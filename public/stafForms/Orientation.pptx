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9" r:id="rId3"/>
    <p:sldId id="260" r:id="rId4"/>
    <p:sldId id="261" r:id="rId5"/>
    <p:sldId id="262" r:id="rId6"/>
    <p:sldId id="263" r:id="rId7"/>
    <p:sldId id="264" r:id="rId8"/>
    <p:sldId id="278" r:id="rId9"/>
    <p:sldId id="279" r:id="rId10"/>
    <p:sldId id="280" r:id="rId11"/>
    <p:sldId id="281" r:id="rId12"/>
    <p:sldId id="283" r:id="rId13"/>
    <p:sldId id="284" r:id="rId14"/>
    <p:sldId id="285" r:id="rId15"/>
    <p:sldId id="286" r:id="rId16"/>
    <p:sldId id="287" r:id="rId17"/>
    <p:sldId id="288" r:id="rId18"/>
    <p:sldId id="289" r:id="rId19"/>
    <p:sldId id="291"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iMfGDxYXOV6AYIKYIoULvC1qZu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2CB593-26CF-40B3-B550-3DFBECDF873E}">
  <a:tblStyle styleId="{BC2CB593-26CF-40B3-B550-3DFBECDF873E}" styleName="Table_0">
    <a:wholeTbl>
      <a:tcTxStyle b="off" i="off">
        <a:font>
          <a:latin typeface="Meiryo"/>
          <a:ea typeface="Meiryo"/>
          <a:cs typeface="Meiryo"/>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DEDF8"/>
          </a:solidFill>
        </a:fill>
      </a:tcStyle>
    </a:wholeTbl>
    <a:band1H>
      <a:tcTxStyle b="off" i="off"/>
      <a:tcStyle>
        <a:tcBdr/>
        <a:fill>
          <a:solidFill>
            <a:srgbClr val="D9D8F0"/>
          </a:solidFill>
        </a:fill>
      </a:tcStyle>
    </a:band1H>
    <a:band2H>
      <a:tcTxStyle b="off" i="off"/>
      <a:tcStyle>
        <a:tcBdr/>
      </a:tcStyle>
    </a:band2H>
    <a:band1V>
      <a:tcTxStyle b="off" i="off"/>
      <a:tcStyle>
        <a:tcBdr/>
        <a:fill>
          <a:solidFill>
            <a:srgbClr val="D9D8F0"/>
          </a:solidFill>
        </a:fill>
      </a:tcStyle>
    </a:band1V>
    <a:band2V>
      <a:tcTxStyle b="off" i="off"/>
      <a:tcStyle>
        <a:tcBdr/>
      </a:tcStyle>
    </a:band2V>
    <a:lastCol>
      <a:tcTxStyle b="on" i="off">
        <a:font>
          <a:latin typeface="Meiryo"/>
          <a:ea typeface="Meiryo"/>
          <a:cs typeface="Meiryo"/>
        </a:font>
        <a:schemeClr val="lt1"/>
      </a:tcTxStyle>
      <a:tcStyle>
        <a:tcBdr/>
        <a:fill>
          <a:solidFill>
            <a:schemeClr val="accent1"/>
          </a:solidFill>
        </a:fill>
      </a:tcStyle>
    </a:lastCol>
    <a:firstCol>
      <a:tcTxStyle b="on" i="off">
        <a:font>
          <a:latin typeface="Meiryo"/>
          <a:ea typeface="Meiryo"/>
          <a:cs typeface="Meiryo"/>
        </a:font>
        <a:schemeClr val="lt1"/>
      </a:tcTxStyle>
      <a:tcStyle>
        <a:tcBdr/>
        <a:fill>
          <a:solidFill>
            <a:schemeClr val="accent1"/>
          </a:solidFill>
        </a:fill>
      </a:tcStyle>
    </a:firstCol>
    <a:lastRow>
      <a:tcTxStyle b="on" i="off">
        <a:font>
          <a:latin typeface="Meiryo"/>
          <a:ea typeface="Meiryo"/>
          <a:cs typeface="Meiryo"/>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Meiryo"/>
          <a:ea typeface="Meiryo"/>
          <a:cs typeface="Meiryo"/>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6CBD4832-966C-4929-85D6-A8FF593B3105}"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074"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42"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slide" Target="slides/slide18.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317500" algn="l" rtl="0">
              <a:lnSpc>
                <a:spcPct val="100000"/>
              </a:lnSpc>
              <a:spcBef>
                <a:spcPts val="0"/>
              </a:spcBef>
              <a:spcAft>
                <a:spcPts val="0"/>
              </a:spcAft>
              <a:buSzPts val="1400"/>
              <a:buAutoNum type="arabicPeriod"/>
            </a:pPr>
            <a:r>
              <a:rPr lang="en-GB"/>
              <a:t>Find them on the website </a:t>
            </a:r>
            <a:endParaRPr/>
          </a:p>
          <a:p>
            <a:pPr marL="457200" lvl="0" indent="0" algn="l" rtl="0">
              <a:lnSpc>
                <a:spcPct val="100000"/>
              </a:lnSpc>
              <a:spcBef>
                <a:spcPts val="0"/>
              </a:spcBef>
              <a:spcAft>
                <a:spcPts val="0"/>
              </a:spcAft>
              <a:buSzPts val="1400"/>
              <a:buNone/>
            </a:pPr>
            <a:endParaRPr/>
          </a:p>
          <a:p>
            <a:pPr marL="457200" lvl="0" indent="-317500" algn="l" rtl="0">
              <a:lnSpc>
                <a:spcPct val="100000"/>
              </a:lnSpc>
              <a:spcBef>
                <a:spcPts val="0"/>
              </a:spcBef>
              <a:spcAft>
                <a:spcPts val="0"/>
              </a:spcAft>
              <a:buSzPts val="1400"/>
              <a:buAutoNum type="arabicPeriod"/>
            </a:pPr>
            <a:r>
              <a:rPr lang="en-GB"/>
              <a:t>A plan written by a clinician to support a participant with any challenges they have in regards to behaviour or harm to themselves or others.</a:t>
            </a:r>
            <a:endParaRPr/>
          </a:p>
          <a:p>
            <a:pPr marL="457200" lvl="0" indent="0" algn="l" rtl="0">
              <a:lnSpc>
                <a:spcPct val="100000"/>
              </a:lnSpc>
              <a:spcBef>
                <a:spcPts val="0"/>
              </a:spcBef>
              <a:spcAft>
                <a:spcPts val="0"/>
              </a:spcAft>
              <a:buSzPts val="1400"/>
              <a:buNone/>
            </a:pPr>
            <a:endParaRPr/>
          </a:p>
          <a:p>
            <a:pPr marL="457200" lvl="0" indent="-317500" algn="l" rtl="0">
              <a:lnSpc>
                <a:spcPct val="100000"/>
              </a:lnSpc>
              <a:spcBef>
                <a:spcPts val="0"/>
              </a:spcBef>
              <a:spcAft>
                <a:spcPts val="0"/>
              </a:spcAft>
              <a:buSzPts val="1400"/>
              <a:buAutoNum type="arabicPeriod"/>
            </a:pPr>
            <a:r>
              <a:rPr lang="en-GB"/>
              <a:t>The NDIS Act defines a restrictive practice as ‘any practice or intervention that has the effect of restricting the rights or freedom of movement of a person with disability’</a:t>
            </a:r>
            <a:endParaRPr/>
          </a:p>
          <a:p>
            <a:pPr marL="457200" lvl="0" indent="0" algn="l" rtl="0">
              <a:lnSpc>
                <a:spcPct val="100000"/>
              </a:lnSpc>
              <a:spcBef>
                <a:spcPts val="0"/>
              </a:spcBef>
              <a:spcAft>
                <a:spcPts val="0"/>
              </a:spcAft>
              <a:buSzPts val="1400"/>
              <a:buNone/>
            </a:pPr>
            <a:endParaRPr/>
          </a:p>
          <a:p>
            <a:pPr marL="457200" lvl="0" indent="-317500" algn="l" rtl="0">
              <a:lnSpc>
                <a:spcPct val="100000"/>
              </a:lnSpc>
              <a:spcBef>
                <a:spcPts val="0"/>
              </a:spcBef>
              <a:spcAft>
                <a:spcPts val="0"/>
              </a:spcAft>
              <a:buSzPts val="1400"/>
              <a:buAutoNum type="arabicPeriod"/>
            </a:pPr>
            <a:r>
              <a:rPr lang="en-GB"/>
              <a:t>You will find this under our policies and procedures that are accessible on our website and by contacting management directly. You are also able to support your client to provide feedback and complaints directly to the NDIS and there process is on the NDIS website or NDIS quality and safeguarding website.</a:t>
            </a:r>
            <a:endParaRPr/>
          </a:p>
        </p:txBody>
      </p:sp>
      <p:sp>
        <p:nvSpPr>
          <p:cNvPr id="357" name="Google Shape;35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317500" algn="l" rtl="0">
              <a:lnSpc>
                <a:spcPct val="100000"/>
              </a:lnSpc>
              <a:spcBef>
                <a:spcPts val="0"/>
              </a:spcBef>
              <a:spcAft>
                <a:spcPts val="0"/>
              </a:spcAft>
              <a:buSzPts val="1400"/>
              <a:buAutoNum type="arabicPeriod"/>
            </a:pPr>
            <a:r>
              <a:rPr lang="en-GB"/>
              <a:t>Again via our website or by supporting your clients to contact us directly </a:t>
            </a:r>
            <a:endParaRPr/>
          </a:p>
          <a:p>
            <a:pPr marL="45720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GB"/>
              <a:t>2. Individual Support Plan, Risk Assessment and Disaster Management Plan, Home Risk Assessment and any other support plan written by a clinician. Shift care via the document tab.</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GB"/>
              <a:t>3. On the client Risk assessment and Disaster Management plan there is a section for a location that is not their home.</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GB"/>
              <a:t>4.All staff need to read shift notes prior to the clients shift Sharon and Ben read all shift notes.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GB"/>
              <a:t>5. By show hands Who has filed and incident report, who has gone back in and read the follow up after the report and before the next shift. All staff must go back in and read the follow up after submitting and incident report as we may have an answer or further information about the incident.</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GB"/>
              <a:t>6. Refer to the next slide</a:t>
            </a:r>
            <a:endParaRPr/>
          </a:p>
        </p:txBody>
      </p:sp>
      <p:sp>
        <p:nvSpPr>
          <p:cNvPr id="364" name="Google Shape;36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a:t>Here is the organisational Hierarchy</a:t>
            </a:r>
            <a:endParaRPr/>
          </a:p>
          <a:p>
            <a:pPr marL="0" lvl="0" indent="0" algn="l" rtl="0">
              <a:lnSpc>
                <a:spcPct val="100000"/>
              </a:lnSpc>
              <a:spcBef>
                <a:spcPts val="0"/>
              </a:spcBef>
              <a:spcAft>
                <a:spcPts val="0"/>
              </a:spcAft>
              <a:buSzPts val="1400"/>
              <a:buNone/>
            </a:pPr>
            <a:r>
              <a:rPr lang="en-GB"/>
              <a:t>This is an overview of who is responsible for what.</a:t>
            </a:r>
            <a:endParaRPr/>
          </a:p>
          <a:p>
            <a:pPr marL="0" lvl="0" indent="0" algn="l" rtl="0">
              <a:lnSpc>
                <a:spcPct val="100000"/>
              </a:lnSpc>
              <a:spcBef>
                <a:spcPts val="0"/>
              </a:spcBef>
              <a:spcAft>
                <a:spcPts val="0"/>
              </a:spcAft>
              <a:buSzPts val="1400"/>
              <a:buNone/>
            </a:pPr>
            <a:endParaRPr/>
          </a:p>
        </p:txBody>
      </p:sp>
      <p:sp>
        <p:nvSpPr>
          <p:cNvPr id="371" name="Google Shape;37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a:t>Who has seen our website and facebook page?</a:t>
            </a:r>
            <a:endParaRPr/>
          </a:p>
        </p:txBody>
      </p:sp>
      <p:sp>
        <p:nvSpPr>
          <p:cNvPr id="379" name="Google Shape;37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a:t>What is in an incident report </a:t>
            </a:r>
            <a:endParaRPr/>
          </a:p>
          <a:p>
            <a:pPr marL="0" lvl="0" indent="0" algn="l" rtl="0">
              <a:lnSpc>
                <a:spcPct val="100000"/>
              </a:lnSpc>
              <a:spcBef>
                <a:spcPts val="0"/>
              </a:spcBef>
              <a:spcAft>
                <a:spcPts val="0"/>
              </a:spcAft>
              <a:buSzPts val="1400"/>
              <a:buNone/>
            </a:pPr>
            <a:r>
              <a:rPr lang="en-GB"/>
              <a:t>Here are the heading and we will run through them quickly</a:t>
            </a:r>
            <a:endParaRPr/>
          </a:p>
          <a:p>
            <a:pPr marL="457200" lvl="0" indent="-317500" algn="l" rtl="0">
              <a:lnSpc>
                <a:spcPct val="100000"/>
              </a:lnSpc>
              <a:spcBef>
                <a:spcPts val="0"/>
              </a:spcBef>
              <a:spcAft>
                <a:spcPts val="0"/>
              </a:spcAft>
              <a:buSzPts val="1400"/>
              <a:buAutoNum type="arabicPeriod"/>
            </a:pPr>
            <a:r>
              <a:rPr lang="en-GB"/>
              <a:t>Name Pretty simple</a:t>
            </a:r>
            <a:endParaRPr/>
          </a:p>
          <a:p>
            <a:pPr marL="457200" lvl="0" indent="-317500" algn="l" rtl="0">
              <a:lnSpc>
                <a:spcPct val="100000"/>
              </a:lnSpc>
              <a:spcBef>
                <a:spcPts val="0"/>
              </a:spcBef>
              <a:spcAft>
                <a:spcPts val="0"/>
              </a:spcAft>
              <a:buSzPts val="1400"/>
              <a:buAutoNum type="arabicPeriod"/>
            </a:pPr>
            <a:r>
              <a:rPr lang="en-GB"/>
              <a:t>Type of incident select the most appropriate heading</a:t>
            </a:r>
            <a:endParaRPr/>
          </a:p>
          <a:p>
            <a:pPr marL="0" lvl="0" indent="0" algn="l" rtl="0">
              <a:lnSpc>
                <a:spcPct val="100000"/>
              </a:lnSpc>
              <a:spcBef>
                <a:spcPts val="0"/>
              </a:spcBef>
              <a:spcAft>
                <a:spcPts val="0"/>
              </a:spcAft>
              <a:buSzPts val="1400"/>
              <a:buNone/>
            </a:pPr>
            <a:endParaRPr/>
          </a:p>
        </p:txBody>
      </p:sp>
      <p:sp>
        <p:nvSpPr>
          <p:cNvPr id="395" name="Google Shape;395;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a:t>3. Self explanatory address if known, location at place </a:t>
            </a:r>
            <a:endParaRPr/>
          </a:p>
          <a:p>
            <a:pPr marL="0" lvl="0" indent="0" algn="l" rtl="0">
              <a:lnSpc>
                <a:spcPct val="100000"/>
              </a:lnSpc>
              <a:spcBef>
                <a:spcPts val="0"/>
              </a:spcBef>
              <a:spcAft>
                <a:spcPts val="0"/>
              </a:spcAft>
              <a:buSzPts val="1400"/>
              <a:buNone/>
            </a:pPr>
            <a:r>
              <a:rPr lang="en-GB"/>
              <a:t>4. Every detail you can think of, As much information as you can, What were you doing,  Time, Who you were with, What was the client doing, What were you doing, Weather if relevant (Remember we were not there, and we need a clear picture of what has happened.)</a:t>
            </a:r>
            <a:endParaRPr/>
          </a:p>
          <a:p>
            <a:pPr marL="0" lvl="0" indent="0" algn="l" rtl="0">
              <a:lnSpc>
                <a:spcPct val="100000"/>
              </a:lnSpc>
              <a:spcBef>
                <a:spcPts val="0"/>
              </a:spcBef>
              <a:spcAft>
                <a:spcPts val="0"/>
              </a:spcAft>
              <a:buSzPts val="1400"/>
              <a:buNone/>
            </a:pPr>
            <a:r>
              <a:rPr lang="en-GB"/>
              <a:t>5. Details of injury or N/A Again as much detail as you can size style colour </a:t>
            </a:r>
            <a:endParaRPr/>
          </a:p>
          <a:p>
            <a:pPr marL="0" lvl="0" indent="0" algn="l" rtl="0">
              <a:lnSpc>
                <a:spcPct val="100000"/>
              </a:lnSpc>
              <a:spcBef>
                <a:spcPts val="0"/>
              </a:spcBef>
              <a:spcAft>
                <a:spcPts val="0"/>
              </a:spcAft>
              <a:buSzPts val="1400"/>
              <a:buNone/>
            </a:pPr>
            <a:r>
              <a:rPr lang="en-GB"/>
              <a:t>6. What was your immediate action this can determine a minor incident to a major incident. What did you do, First aid, Contact or Conversations, reported to who</a:t>
            </a:r>
            <a:endParaRPr/>
          </a:p>
        </p:txBody>
      </p:sp>
      <p:sp>
        <p:nvSpPr>
          <p:cNvPr id="402" name="Google Shape;40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a:t>7. When safe grab details of anyone who assisted as we may need to contact them</a:t>
            </a:r>
            <a:endParaRPr/>
          </a:p>
          <a:p>
            <a:pPr marL="0" lvl="0" indent="0" algn="l" rtl="0">
              <a:lnSpc>
                <a:spcPct val="100000"/>
              </a:lnSpc>
              <a:spcBef>
                <a:spcPts val="0"/>
              </a:spcBef>
              <a:spcAft>
                <a:spcPts val="0"/>
              </a:spcAft>
              <a:buSzPts val="1400"/>
              <a:buNone/>
            </a:pPr>
            <a:r>
              <a:rPr lang="en-GB"/>
              <a:t>8. Your details name phone number </a:t>
            </a:r>
            <a:endParaRPr/>
          </a:p>
          <a:p>
            <a:pPr marL="0" lvl="0" indent="0" algn="l" rtl="0">
              <a:lnSpc>
                <a:spcPct val="100000"/>
              </a:lnSpc>
              <a:spcBef>
                <a:spcPts val="0"/>
              </a:spcBef>
              <a:spcAft>
                <a:spcPts val="0"/>
              </a:spcAft>
              <a:buSzPts val="1400"/>
              <a:buNone/>
            </a:pPr>
            <a:r>
              <a:rPr lang="en-GB"/>
              <a:t>9. Did you phone or sms or have contact with a manager which you must with any incident when it is safe to do so .If the client is seizing or bleeding extensively I would thought you would attend to them first </a:t>
            </a:r>
            <a:endParaRPr/>
          </a:p>
          <a:p>
            <a:pPr marL="0" lvl="0" indent="0" algn="l" rtl="0">
              <a:lnSpc>
                <a:spcPct val="100000"/>
              </a:lnSpc>
              <a:spcBef>
                <a:spcPts val="0"/>
              </a:spcBef>
              <a:spcAft>
                <a:spcPts val="0"/>
              </a:spcAft>
              <a:buSzPts val="1400"/>
              <a:buNone/>
            </a:pPr>
            <a:endParaRPr/>
          </a:p>
          <a:p>
            <a:pPr marL="0" lvl="0" indent="0" algn="l" rtl="0">
              <a:lnSpc>
                <a:spcPct val="140000"/>
              </a:lnSpc>
              <a:spcBef>
                <a:spcPts val="930"/>
              </a:spcBef>
              <a:spcAft>
                <a:spcPts val="0"/>
              </a:spcAft>
              <a:buClr>
                <a:srgbClr val="3F3F3F"/>
              </a:buClr>
              <a:buSzPts val="1946"/>
              <a:buFont typeface="Arial"/>
              <a:buNone/>
            </a:pPr>
            <a:r>
              <a:rPr lang="en-GB" sz="1800" b="1" u="sng">
                <a:solidFill>
                  <a:srgbClr val="3F3F3F"/>
                </a:solidFill>
                <a:latin typeface="Meiryo"/>
                <a:ea typeface="Meiryo"/>
                <a:cs typeface="Meiryo"/>
                <a:sym typeface="Meiryo"/>
              </a:rPr>
              <a:t>KEY POINTS</a:t>
            </a:r>
            <a:endParaRPr sz="1800" b="1" u="sng">
              <a:solidFill>
                <a:srgbClr val="3F3F3F"/>
              </a:solidFill>
              <a:latin typeface="Meiryo"/>
              <a:ea typeface="Meiryo"/>
              <a:cs typeface="Meiryo"/>
              <a:sym typeface="Meiryo"/>
            </a:endParaRPr>
          </a:p>
          <a:p>
            <a:pPr marL="0" lvl="0" indent="0" algn="l" rtl="0">
              <a:lnSpc>
                <a:spcPct val="140000"/>
              </a:lnSpc>
              <a:spcBef>
                <a:spcPts val="930"/>
              </a:spcBef>
              <a:spcAft>
                <a:spcPts val="0"/>
              </a:spcAft>
              <a:buClr>
                <a:srgbClr val="3F3F3F"/>
              </a:buClr>
              <a:buSzPts val="1946"/>
              <a:buFont typeface="Arial"/>
              <a:buNone/>
            </a:pPr>
            <a:r>
              <a:rPr lang="en-GB">
                <a:solidFill>
                  <a:srgbClr val="3F3F3F"/>
                </a:solidFill>
              </a:rPr>
              <a:t>Be Factual</a:t>
            </a:r>
            <a:endParaRPr>
              <a:solidFill>
                <a:srgbClr val="3F3F3F"/>
              </a:solidFill>
            </a:endParaRPr>
          </a:p>
          <a:p>
            <a:pPr marL="0" lvl="0" indent="0" algn="l" rtl="0">
              <a:lnSpc>
                <a:spcPct val="140000"/>
              </a:lnSpc>
              <a:spcBef>
                <a:spcPts val="930"/>
              </a:spcBef>
              <a:spcAft>
                <a:spcPts val="0"/>
              </a:spcAft>
              <a:buSzPts val="1946"/>
              <a:buNone/>
            </a:pPr>
            <a:r>
              <a:rPr lang="en-GB">
                <a:solidFill>
                  <a:srgbClr val="3F3F3F"/>
                </a:solidFill>
              </a:rPr>
              <a:t>Don’t use Chat GPT, Use your words.</a:t>
            </a:r>
            <a:endParaRPr>
              <a:solidFill>
                <a:srgbClr val="3F3F3F"/>
              </a:solidFill>
            </a:endParaRPr>
          </a:p>
          <a:p>
            <a:pPr marL="0" lvl="0" indent="0" algn="l" rtl="0">
              <a:lnSpc>
                <a:spcPct val="140000"/>
              </a:lnSpc>
              <a:spcBef>
                <a:spcPts val="930"/>
              </a:spcBef>
              <a:spcAft>
                <a:spcPts val="0"/>
              </a:spcAft>
              <a:buClr>
                <a:srgbClr val="3F3F3F"/>
              </a:buClr>
              <a:buSzPts val="1946"/>
              <a:buFont typeface="Arial"/>
              <a:buNone/>
            </a:pPr>
            <a:r>
              <a:rPr lang="en-GB" sz="1300"/>
              <a:t>It is important to note Do not CHAT GPT these reports as it can give you incorrect and nonfactual information</a:t>
            </a:r>
            <a:endParaRPr sz="1900">
              <a:solidFill>
                <a:srgbClr val="3F3F3F"/>
              </a:solidFill>
            </a:endParaRPr>
          </a:p>
          <a:p>
            <a:pPr marL="0" lvl="0" indent="0" algn="l" rtl="0">
              <a:lnSpc>
                <a:spcPct val="140000"/>
              </a:lnSpc>
              <a:spcBef>
                <a:spcPts val="930"/>
              </a:spcBef>
              <a:spcAft>
                <a:spcPts val="0"/>
              </a:spcAft>
              <a:buClr>
                <a:srgbClr val="3F3F3F"/>
              </a:buClr>
              <a:buSzPts val="1946"/>
              <a:buFont typeface="Arial"/>
              <a:buNone/>
            </a:pPr>
            <a:r>
              <a:rPr lang="en-GB">
                <a:solidFill>
                  <a:srgbClr val="3F3F3F"/>
                </a:solidFill>
              </a:rPr>
              <a:t>Must be sent in asap or with in 24 hrs</a:t>
            </a:r>
            <a:endParaRPr sz="600"/>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GB"/>
              <a:t>What happens next?</a:t>
            </a:r>
            <a:endParaRPr/>
          </a:p>
          <a:p>
            <a:pPr marL="0" lvl="0" indent="0" algn="l" rtl="0">
              <a:lnSpc>
                <a:spcPct val="100000"/>
              </a:lnSpc>
              <a:spcBef>
                <a:spcPts val="0"/>
              </a:spcBef>
              <a:spcAft>
                <a:spcPts val="0"/>
              </a:spcAft>
              <a:buSzPts val="1400"/>
              <a:buNone/>
            </a:pPr>
            <a:r>
              <a:rPr lang="en-GB"/>
              <a:t>An investigation or report within 24 hours sometime we will call you for more information sometimes what you provide is enough sometimes we have to complete reporting to the commission if it is a serious incident report.</a:t>
            </a:r>
            <a:endParaRPr/>
          </a:p>
          <a:p>
            <a:pPr marL="0" lvl="0" indent="0" algn="l" rtl="0">
              <a:lnSpc>
                <a:spcPct val="100000"/>
              </a:lnSpc>
              <a:spcBef>
                <a:spcPts val="0"/>
              </a:spcBef>
              <a:spcAft>
                <a:spcPts val="0"/>
              </a:spcAft>
              <a:buSzPts val="1400"/>
              <a:buNone/>
            </a:pPr>
            <a:r>
              <a:rPr lang="en-GB"/>
              <a:t>What does look like ?</a:t>
            </a:r>
            <a:endParaRPr/>
          </a:p>
        </p:txBody>
      </p:sp>
      <p:sp>
        <p:nvSpPr>
          <p:cNvPr id="409" name="Google Shape;40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sz="1600"/>
              <a:t>Next up Behaviour support</a:t>
            </a:r>
            <a:endParaRPr sz="1600"/>
          </a:p>
          <a:p>
            <a:pPr marL="0" lvl="0" indent="0" algn="l" rtl="0">
              <a:lnSpc>
                <a:spcPct val="100000"/>
              </a:lnSpc>
              <a:spcBef>
                <a:spcPts val="0"/>
              </a:spcBef>
              <a:spcAft>
                <a:spcPts val="0"/>
              </a:spcAft>
              <a:buSzPts val="1400"/>
              <a:buNone/>
            </a:pPr>
            <a:r>
              <a:rPr lang="en-GB" sz="1600"/>
              <a:t>Please refer to your hand out</a:t>
            </a:r>
            <a:endParaRPr sz="1300"/>
          </a:p>
          <a:p>
            <a:pPr marL="0" lvl="0" indent="0" algn="l" rtl="0">
              <a:lnSpc>
                <a:spcPct val="140000"/>
              </a:lnSpc>
              <a:spcBef>
                <a:spcPts val="930"/>
              </a:spcBef>
              <a:spcAft>
                <a:spcPts val="0"/>
              </a:spcAft>
              <a:buSzPts val="1400"/>
              <a:buNone/>
            </a:pPr>
            <a:r>
              <a:rPr lang="en-GB" sz="1900">
                <a:solidFill>
                  <a:srgbClr val="3F3F3F"/>
                </a:solidFill>
              </a:rPr>
              <a:t>There are five types of regulated restrictive practices, being:  chemical restraint  environmental restraint  mechanical restraint  physical restraint  seclusion.</a:t>
            </a:r>
            <a:endParaRPr sz="1900">
              <a:solidFill>
                <a:srgbClr val="3F3F3F"/>
              </a:solidFill>
            </a:endParaRPr>
          </a:p>
          <a:p>
            <a:pPr marL="0" lvl="0" indent="0" algn="l" rtl="0">
              <a:lnSpc>
                <a:spcPct val="140000"/>
              </a:lnSpc>
              <a:spcBef>
                <a:spcPts val="930"/>
              </a:spcBef>
              <a:spcAft>
                <a:spcPts val="0"/>
              </a:spcAft>
              <a:buSzPts val="1400"/>
              <a:buNone/>
            </a:pPr>
            <a:r>
              <a:rPr lang="en-GB" sz="1900">
                <a:solidFill>
                  <a:srgbClr val="3F3F3F"/>
                </a:solidFill>
              </a:rPr>
              <a:t>Who can tell me what an example of each is?</a:t>
            </a:r>
            <a:endParaRPr sz="1900">
              <a:solidFill>
                <a:srgbClr val="3F3F3F"/>
              </a:solidFill>
            </a:endParaRPr>
          </a:p>
          <a:p>
            <a:pPr marL="0" lvl="0" indent="0" algn="l" rtl="0">
              <a:lnSpc>
                <a:spcPct val="140000"/>
              </a:lnSpc>
              <a:spcBef>
                <a:spcPts val="930"/>
              </a:spcBef>
              <a:spcAft>
                <a:spcPts val="0"/>
              </a:spcAft>
              <a:buSzPts val="1400"/>
              <a:buNone/>
            </a:pPr>
            <a:r>
              <a:rPr lang="en-GB" sz="1900">
                <a:solidFill>
                  <a:srgbClr val="3F3F3F"/>
                </a:solidFill>
              </a:rPr>
              <a:t>Chemical = Medication</a:t>
            </a:r>
            <a:endParaRPr sz="1900">
              <a:solidFill>
                <a:srgbClr val="3F3F3F"/>
              </a:solidFill>
            </a:endParaRPr>
          </a:p>
          <a:p>
            <a:pPr marL="0" lvl="0" indent="0" algn="l" rtl="0">
              <a:lnSpc>
                <a:spcPct val="140000"/>
              </a:lnSpc>
              <a:spcBef>
                <a:spcPts val="930"/>
              </a:spcBef>
              <a:spcAft>
                <a:spcPts val="0"/>
              </a:spcAft>
              <a:buSzPts val="1400"/>
              <a:buNone/>
            </a:pPr>
            <a:r>
              <a:rPr lang="en-GB" sz="1900">
                <a:solidFill>
                  <a:srgbClr val="3F3F3F"/>
                </a:solidFill>
              </a:rPr>
              <a:t>Environmental = not letting them go somewhere in their house</a:t>
            </a:r>
            <a:endParaRPr sz="1900">
              <a:solidFill>
                <a:srgbClr val="3F3F3F"/>
              </a:solidFill>
            </a:endParaRPr>
          </a:p>
          <a:p>
            <a:pPr marL="0" lvl="0" indent="0" algn="l" rtl="0">
              <a:lnSpc>
                <a:spcPct val="140000"/>
              </a:lnSpc>
              <a:spcBef>
                <a:spcPts val="930"/>
              </a:spcBef>
              <a:spcAft>
                <a:spcPts val="0"/>
              </a:spcAft>
              <a:buSzPts val="1400"/>
              <a:buNone/>
            </a:pPr>
            <a:r>
              <a:rPr lang="en-GB" sz="1900">
                <a:solidFill>
                  <a:srgbClr val="3F3F3F"/>
                </a:solidFill>
              </a:rPr>
              <a:t>Mechanical = locks, shackles and Tethers</a:t>
            </a:r>
            <a:endParaRPr sz="1900">
              <a:solidFill>
                <a:srgbClr val="3F3F3F"/>
              </a:solidFill>
            </a:endParaRPr>
          </a:p>
          <a:p>
            <a:pPr marL="0" lvl="0" indent="0" algn="l" rtl="0">
              <a:lnSpc>
                <a:spcPct val="140000"/>
              </a:lnSpc>
              <a:spcBef>
                <a:spcPts val="930"/>
              </a:spcBef>
              <a:spcAft>
                <a:spcPts val="0"/>
              </a:spcAft>
              <a:buSzPts val="1400"/>
              <a:buNone/>
            </a:pPr>
            <a:r>
              <a:rPr lang="en-GB" sz="1900">
                <a:solidFill>
                  <a:srgbClr val="3F3F3F"/>
                </a:solidFill>
              </a:rPr>
              <a:t>Physical = A hold or a grab</a:t>
            </a:r>
            <a:endParaRPr sz="1900">
              <a:solidFill>
                <a:srgbClr val="3F3F3F"/>
              </a:solidFill>
            </a:endParaRPr>
          </a:p>
          <a:p>
            <a:pPr marL="0" lvl="0" indent="0" algn="l" rtl="0">
              <a:lnSpc>
                <a:spcPct val="140000"/>
              </a:lnSpc>
              <a:spcBef>
                <a:spcPts val="930"/>
              </a:spcBef>
              <a:spcAft>
                <a:spcPts val="0"/>
              </a:spcAft>
              <a:buSzPts val="1400"/>
              <a:buNone/>
            </a:pPr>
            <a:r>
              <a:rPr lang="en-GB" sz="1900">
                <a:solidFill>
                  <a:srgbClr val="3F3F3F"/>
                </a:solidFill>
              </a:rPr>
              <a:t>Seclusion = confining someone to a room or physical space.</a:t>
            </a:r>
            <a:endParaRPr sz="1900">
              <a:solidFill>
                <a:srgbClr val="3F3F3F"/>
              </a:solidFill>
            </a:endParaRPr>
          </a:p>
          <a:p>
            <a:pPr marL="0" lvl="0" indent="0" algn="l" rtl="0">
              <a:lnSpc>
                <a:spcPct val="140000"/>
              </a:lnSpc>
              <a:spcBef>
                <a:spcPts val="930"/>
              </a:spcBef>
              <a:spcAft>
                <a:spcPts val="0"/>
              </a:spcAft>
              <a:buClr>
                <a:srgbClr val="3F3F3F"/>
              </a:buClr>
              <a:buSzPts val="1800"/>
              <a:buFont typeface="Arial"/>
              <a:buNone/>
            </a:pPr>
            <a:endParaRPr sz="1900">
              <a:solidFill>
                <a:srgbClr val="3F3F3F"/>
              </a:solidFill>
            </a:endParaRPr>
          </a:p>
        </p:txBody>
      </p:sp>
      <p:sp>
        <p:nvSpPr>
          <p:cNvPr id="424" name="Google Shape;424;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2" name="Google Shape;432;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GB"/>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330705eaa1c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330705eaa1c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sz="1500"/>
              <a:t>Who has seen a risk assessment?</a:t>
            </a:r>
            <a:endParaRPr sz="1500"/>
          </a:p>
          <a:p>
            <a:pPr marL="0" lvl="0" indent="0" algn="l" rtl="0">
              <a:spcBef>
                <a:spcPts val="0"/>
              </a:spcBef>
              <a:spcAft>
                <a:spcPts val="0"/>
              </a:spcAft>
              <a:buNone/>
            </a:pPr>
            <a:endParaRPr sz="1500"/>
          </a:p>
          <a:p>
            <a:pPr marL="0" lvl="0" indent="0" algn="l" rtl="0">
              <a:spcBef>
                <a:spcPts val="0"/>
              </a:spcBef>
              <a:spcAft>
                <a:spcPts val="0"/>
              </a:spcAft>
              <a:buNone/>
            </a:pPr>
            <a:r>
              <a:rPr lang="en-GB" sz="1500"/>
              <a:t>Who has filled one out?</a:t>
            </a:r>
            <a:br>
              <a:rPr lang="en-GB" sz="1500"/>
            </a:br>
            <a:endParaRPr/>
          </a:p>
          <a:p>
            <a:pPr marL="0" lvl="0" indent="0" algn="l" rtl="0">
              <a:lnSpc>
                <a:spcPct val="130000"/>
              </a:lnSpc>
              <a:spcBef>
                <a:spcPts val="930"/>
              </a:spcBef>
              <a:spcAft>
                <a:spcPts val="0"/>
              </a:spcAft>
              <a:buClr>
                <a:schemeClr val="dk1"/>
              </a:buClr>
              <a:buSzPts val="1100"/>
              <a:buFont typeface="Arial"/>
              <a:buNone/>
            </a:pPr>
            <a:r>
              <a:rPr lang="en-GB" sz="2400" u="sng">
                <a:solidFill>
                  <a:srgbClr val="262626"/>
                </a:solidFill>
                <a:latin typeface="Meiryo"/>
                <a:ea typeface="Meiryo"/>
                <a:cs typeface="Meiryo"/>
                <a:sym typeface="Meiryo"/>
              </a:rPr>
              <a:t>Why would you do a risk assessment?</a:t>
            </a:r>
            <a:endParaRPr sz="2400" u="sng">
              <a:solidFill>
                <a:srgbClr val="262626"/>
              </a:solidFill>
              <a:latin typeface="Meiryo"/>
              <a:ea typeface="Meiryo"/>
              <a:cs typeface="Meiryo"/>
              <a:sym typeface="Meiryo"/>
            </a:endParaRPr>
          </a:p>
          <a:p>
            <a:pPr marL="0" lvl="0" indent="0" algn="l" rtl="0">
              <a:lnSpc>
                <a:spcPct val="130000"/>
              </a:lnSpc>
              <a:spcBef>
                <a:spcPts val="930"/>
              </a:spcBef>
              <a:spcAft>
                <a:spcPts val="0"/>
              </a:spcAft>
              <a:buClr>
                <a:schemeClr val="dk1"/>
              </a:buClr>
              <a:buSzPts val="1100"/>
              <a:buFont typeface="Arial"/>
              <a:buNone/>
            </a:pPr>
            <a:r>
              <a:rPr lang="en-GB" sz="2400">
                <a:solidFill>
                  <a:srgbClr val="262626"/>
                </a:solidFill>
                <a:latin typeface="Meiryo"/>
                <a:ea typeface="Meiryo"/>
                <a:cs typeface="Meiryo"/>
                <a:sym typeface="Meiryo"/>
              </a:rPr>
              <a:t>To determine to level of risk to the individual, staff member or organisation.</a:t>
            </a:r>
            <a:endParaRPr sz="2400">
              <a:solidFill>
                <a:srgbClr val="262626"/>
              </a:solidFill>
              <a:latin typeface="Meiryo"/>
              <a:ea typeface="Meiryo"/>
              <a:cs typeface="Meiryo"/>
              <a:sym typeface="Meiryo"/>
            </a:endParaRPr>
          </a:p>
          <a:p>
            <a:pPr marL="0" lvl="0" indent="0" algn="l" rtl="0">
              <a:lnSpc>
                <a:spcPct val="130000"/>
              </a:lnSpc>
              <a:spcBef>
                <a:spcPts val="930"/>
              </a:spcBef>
              <a:spcAft>
                <a:spcPts val="0"/>
              </a:spcAft>
              <a:buClr>
                <a:schemeClr val="dk1"/>
              </a:buClr>
              <a:buSzPts val="1100"/>
              <a:buFont typeface="Arial"/>
              <a:buNone/>
            </a:pPr>
            <a:r>
              <a:rPr lang="en-GB" sz="2400" u="sng">
                <a:solidFill>
                  <a:srgbClr val="262626"/>
                </a:solidFill>
                <a:latin typeface="Meiryo"/>
                <a:ea typeface="Meiryo"/>
                <a:cs typeface="Meiryo"/>
                <a:sym typeface="Meiryo"/>
              </a:rPr>
              <a:t>What kind of thighs can be risk assessed?</a:t>
            </a:r>
            <a:endParaRPr sz="2400" u="sng">
              <a:solidFill>
                <a:srgbClr val="262626"/>
              </a:solidFill>
              <a:latin typeface="Meiryo"/>
              <a:ea typeface="Meiryo"/>
              <a:cs typeface="Meiryo"/>
              <a:sym typeface="Meiryo"/>
            </a:endParaRPr>
          </a:p>
          <a:p>
            <a:pPr marL="0" lvl="0" indent="0" algn="l" rtl="0">
              <a:lnSpc>
                <a:spcPct val="130000"/>
              </a:lnSpc>
              <a:spcBef>
                <a:spcPts val="930"/>
              </a:spcBef>
              <a:spcAft>
                <a:spcPts val="0"/>
              </a:spcAft>
              <a:buClr>
                <a:schemeClr val="dk1"/>
              </a:buClr>
              <a:buSzPts val="1100"/>
              <a:buFont typeface="Arial"/>
              <a:buNone/>
            </a:pPr>
            <a:r>
              <a:rPr lang="en-GB" sz="2400">
                <a:solidFill>
                  <a:srgbClr val="262626"/>
                </a:solidFill>
                <a:latin typeface="Meiryo"/>
                <a:ea typeface="Meiryo"/>
                <a:cs typeface="Meiryo"/>
                <a:sym typeface="Meiryo"/>
              </a:rPr>
              <a:t>Any activity that has the potential to cause harm to an individual. i.e Swimming, Sailing , Surfing, Cooking.</a:t>
            </a:r>
            <a:endParaRPr sz="2400">
              <a:solidFill>
                <a:srgbClr val="262626"/>
              </a:solidFill>
              <a:latin typeface="Meiryo"/>
              <a:ea typeface="Meiryo"/>
              <a:cs typeface="Meiryo"/>
              <a:sym typeface="Meiryo"/>
            </a:endParaRPr>
          </a:p>
          <a:p>
            <a:pPr marL="0" lvl="0" indent="0" algn="l" rtl="0">
              <a:lnSpc>
                <a:spcPct val="130000"/>
              </a:lnSpc>
              <a:spcBef>
                <a:spcPts val="930"/>
              </a:spcBef>
              <a:spcAft>
                <a:spcPts val="0"/>
              </a:spcAft>
              <a:buClr>
                <a:schemeClr val="dk1"/>
              </a:buClr>
              <a:buSzPts val="1100"/>
              <a:buFont typeface="Arial"/>
              <a:buNone/>
            </a:pPr>
            <a:r>
              <a:rPr lang="en-GB" sz="2400" u="sng">
                <a:solidFill>
                  <a:srgbClr val="262626"/>
                </a:solidFill>
                <a:latin typeface="Meiryo"/>
                <a:ea typeface="Meiryo"/>
                <a:cs typeface="Meiryo"/>
                <a:sym typeface="Meiryo"/>
              </a:rPr>
              <a:t>When do these take place?</a:t>
            </a:r>
            <a:endParaRPr sz="2400" u="sng">
              <a:solidFill>
                <a:srgbClr val="262626"/>
              </a:solidFill>
              <a:latin typeface="Meiryo"/>
              <a:ea typeface="Meiryo"/>
              <a:cs typeface="Meiryo"/>
              <a:sym typeface="Meiryo"/>
            </a:endParaRPr>
          </a:p>
          <a:p>
            <a:pPr marL="0" lvl="0" indent="0" algn="l" rtl="0">
              <a:lnSpc>
                <a:spcPct val="130000"/>
              </a:lnSpc>
              <a:spcBef>
                <a:spcPts val="930"/>
              </a:spcBef>
              <a:spcAft>
                <a:spcPts val="0"/>
              </a:spcAft>
              <a:buClr>
                <a:schemeClr val="dk1"/>
              </a:buClr>
              <a:buSzPts val="1100"/>
              <a:buFont typeface="Arial"/>
              <a:buNone/>
            </a:pPr>
            <a:r>
              <a:rPr lang="en-GB" sz="2400">
                <a:solidFill>
                  <a:srgbClr val="262626"/>
                </a:solidFill>
                <a:latin typeface="Meiryo"/>
                <a:ea typeface="Meiryo"/>
                <a:cs typeface="Meiryo"/>
                <a:sym typeface="Meiryo"/>
              </a:rPr>
              <a:t>Normal before and activity is commenced or if there is a potential for harm.</a:t>
            </a:r>
            <a:endParaRPr sz="2400">
              <a:solidFill>
                <a:srgbClr val="262626"/>
              </a:solidFill>
              <a:latin typeface="Meiryo"/>
              <a:ea typeface="Meiryo"/>
              <a:cs typeface="Meiryo"/>
              <a:sym typeface="Meiryo"/>
            </a:endParaRPr>
          </a:p>
          <a:p>
            <a:pPr marL="0" lvl="0" indent="0" algn="l" rtl="0">
              <a:lnSpc>
                <a:spcPct val="130000"/>
              </a:lnSpc>
              <a:spcBef>
                <a:spcPts val="930"/>
              </a:spcBef>
              <a:spcAft>
                <a:spcPts val="0"/>
              </a:spcAft>
              <a:buClr>
                <a:schemeClr val="dk1"/>
              </a:buClr>
              <a:buSzPts val="1100"/>
              <a:buFont typeface="Arial"/>
              <a:buNone/>
            </a:pPr>
            <a:r>
              <a:rPr lang="en-GB" sz="2400" u="sng">
                <a:solidFill>
                  <a:srgbClr val="262626"/>
                </a:solidFill>
                <a:latin typeface="Meiryo"/>
                <a:ea typeface="Meiryo"/>
                <a:cs typeface="Meiryo"/>
                <a:sym typeface="Meiryo"/>
              </a:rPr>
              <a:t>Who is responsible?</a:t>
            </a:r>
            <a:endParaRPr sz="2400" u="sng">
              <a:solidFill>
                <a:srgbClr val="262626"/>
              </a:solidFill>
              <a:latin typeface="Meiryo"/>
              <a:ea typeface="Meiryo"/>
              <a:cs typeface="Meiryo"/>
              <a:sym typeface="Meiryo"/>
            </a:endParaRPr>
          </a:p>
          <a:p>
            <a:pPr marL="0" lvl="0" indent="0" algn="l" rtl="0">
              <a:lnSpc>
                <a:spcPct val="130000"/>
              </a:lnSpc>
              <a:spcBef>
                <a:spcPts val="930"/>
              </a:spcBef>
              <a:spcAft>
                <a:spcPts val="0"/>
              </a:spcAft>
              <a:buClr>
                <a:schemeClr val="dk1"/>
              </a:buClr>
              <a:buSzPts val="1100"/>
              <a:buFont typeface="Arial"/>
              <a:buNone/>
            </a:pPr>
            <a:r>
              <a:rPr lang="en-GB" sz="2400">
                <a:solidFill>
                  <a:srgbClr val="262626"/>
                </a:solidFill>
                <a:latin typeface="Meiryo"/>
                <a:ea typeface="Meiryo"/>
                <a:cs typeface="Meiryo"/>
                <a:sym typeface="Meiryo"/>
              </a:rPr>
              <a:t>Everyone is responsible for safety and risk assessments.</a:t>
            </a:r>
            <a:endParaRPr sz="2400">
              <a:solidFill>
                <a:srgbClr val="262626"/>
              </a:solidFill>
              <a:latin typeface="Meiryo"/>
              <a:ea typeface="Meiryo"/>
              <a:cs typeface="Meiryo"/>
              <a:sym typeface="Meiryo"/>
            </a:endParaRPr>
          </a:p>
          <a:p>
            <a:pPr marL="0" lvl="0" indent="0" algn="l" rtl="0">
              <a:lnSpc>
                <a:spcPct val="130000"/>
              </a:lnSpc>
              <a:spcBef>
                <a:spcPts val="930"/>
              </a:spcBef>
              <a:spcAft>
                <a:spcPts val="0"/>
              </a:spcAft>
              <a:buClr>
                <a:schemeClr val="dk1"/>
              </a:buClr>
              <a:buSzPts val="1100"/>
              <a:buFont typeface="Arial"/>
              <a:buNone/>
            </a:pPr>
            <a:r>
              <a:rPr lang="en-GB" sz="2400" b="1" i="1" u="sng">
                <a:solidFill>
                  <a:srgbClr val="262626"/>
                </a:solidFill>
                <a:latin typeface="Meiryo"/>
                <a:ea typeface="Meiryo"/>
                <a:cs typeface="Meiryo"/>
                <a:sym typeface="Meiryo"/>
              </a:rPr>
              <a:t>If you are unsure ask.</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440" name="Google Shape;440;g330705eaa1c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GB"/>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6"/>
        <p:cNvGrpSpPr/>
        <p:nvPr/>
      </p:nvGrpSpPr>
      <p:grpSpPr>
        <a:xfrm>
          <a:off x="0" y="0"/>
          <a:ext cx="0" cy="0"/>
          <a:chOff x="0" y="0"/>
          <a:chExt cx="0" cy="0"/>
        </a:xfrm>
      </p:grpSpPr>
      <p:sp>
        <p:nvSpPr>
          <p:cNvPr id="17" name="Google Shape;17;p37"/>
          <p:cNvSpPr/>
          <p:nvPr/>
        </p:nvSpPr>
        <p:spPr>
          <a:xfrm>
            <a:off x="0" y="0"/>
            <a:ext cx="3496422" cy="6858000"/>
          </a:xfrm>
          <a:custGeom>
            <a:avLst/>
            <a:gdLst/>
            <a:ahLst/>
            <a:cxnLst/>
            <a:rect l="l" t="t" r="r" b="b"/>
            <a:pathLst>
              <a:path w="3496422" h="6858000" extrusionOk="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eiryo"/>
              <a:ea typeface="Meiryo"/>
              <a:cs typeface="Meiryo"/>
              <a:sym typeface="Meiryo"/>
            </a:endParaRPr>
          </a:p>
        </p:txBody>
      </p:sp>
      <p:sp>
        <p:nvSpPr>
          <p:cNvPr id="18" name="Google Shape;18;p37"/>
          <p:cNvSpPr txBox="1">
            <a:spLocks noGrp="1"/>
          </p:cNvSpPr>
          <p:nvPr>
            <p:ph type="ctrTitle"/>
          </p:nvPr>
        </p:nvSpPr>
        <p:spPr>
          <a:xfrm>
            <a:off x="4654295" y="1346268"/>
            <a:ext cx="7060135" cy="3285207"/>
          </a:xfrm>
          <a:prstGeom prst="rect">
            <a:avLst/>
          </a:prstGeom>
          <a:noFill/>
          <a:ln>
            <a:noFill/>
          </a:ln>
        </p:spPr>
        <p:txBody>
          <a:bodyPr spcFirstLastPara="1" wrap="square" lIns="109725" tIns="109725" rIns="109725" bIns="91425" anchor="b" anchorCtr="0">
            <a:noAutofit/>
          </a:bodyPr>
          <a:lstStyle>
            <a:lvl1pPr lvl="0" algn="l">
              <a:lnSpc>
                <a:spcPct val="120000"/>
              </a:lnSpc>
              <a:spcBef>
                <a:spcPts val="0"/>
              </a:spcBef>
              <a:spcAft>
                <a:spcPts val="0"/>
              </a:spcAft>
              <a:buClr>
                <a:srgbClr val="262626"/>
              </a:buClr>
              <a:buSzPts val="5400"/>
              <a:buFont typeface="Meiryo"/>
              <a:buNone/>
              <a:defRPr sz="54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7"/>
          <p:cNvSpPr txBox="1">
            <a:spLocks noGrp="1"/>
          </p:cNvSpPr>
          <p:nvPr>
            <p:ph type="subTitle" idx="1"/>
          </p:nvPr>
        </p:nvSpPr>
        <p:spPr>
          <a:xfrm>
            <a:off x="4662312" y="4631475"/>
            <a:ext cx="7052117" cy="1150200"/>
          </a:xfrm>
          <a:prstGeom prst="rect">
            <a:avLst/>
          </a:prstGeom>
          <a:noFill/>
          <a:ln>
            <a:noFill/>
          </a:ln>
        </p:spPr>
        <p:txBody>
          <a:bodyPr spcFirstLastPara="1" wrap="square" lIns="109725" tIns="109725" rIns="109725" bIns="91425" anchor="t" anchorCtr="0">
            <a:normAutofit/>
          </a:bodyPr>
          <a:lstStyle>
            <a:lvl1pPr lvl="0" algn="l">
              <a:lnSpc>
                <a:spcPct val="130000"/>
              </a:lnSpc>
              <a:spcBef>
                <a:spcPts val="930"/>
              </a:spcBef>
              <a:spcAft>
                <a:spcPts val="0"/>
              </a:spcAft>
              <a:buClr>
                <a:srgbClr val="262626"/>
              </a:buClr>
              <a:buSzPts val="2400"/>
              <a:buNone/>
              <a:defRPr sz="2400">
                <a:solidFill>
                  <a:srgbClr val="262626"/>
                </a:solidFill>
              </a:defRPr>
            </a:lvl1pPr>
            <a:lvl2pPr lvl="1" algn="ctr">
              <a:lnSpc>
                <a:spcPct val="140000"/>
              </a:lnSpc>
              <a:spcBef>
                <a:spcPts val="930"/>
              </a:spcBef>
              <a:spcAft>
                <a:spcPts val="0"/>
              </a:spcAft>
              <a:buClr>
                <a:srgbClr val="3F3F3F"/>
              </a:buClr>
              <a:buSzPts val="2000"/>
              <a:buNone/>
              <a:defRPr sz="2000"/>
            </a:lvl2pPr>
            <a:lvl3pPr lvl="2" algn="ctr">
              <a:lnSpc>
                <a:spcPct val="140000"/>
              </a:lnSpc>
              <a:spcBef>
                <a:spcPts val="930"/>
              </a:spcBef>
              <a:spcAft>
                <a:spcPts val="0"/>
              </a:spcAft>
              <a:buClr>
                <a:srgbClr val="3F3F3F"/>
              </a:buClr>
              <a:buSzPts val="1800"/>
              <a:buNone/>
              <a:defRPr sz="1800"/>
            </a:lvl3pPr>
            <a:lvl4pPr lvl="3" algn="ctr">
              <a:lnSpc>
                <a:spcPct val="140000"/>
              </a:lnSpc>
              <a:spcBef>
                <a:spcPts val="930"/>
              </a:spcBef>
              <a:spcAft>
                <a:spcPts val="0"/>
              </a:spcAft>
              <a:buClr>
                <a:srgbClr val="3F3F3F"/>
              </a:buClr>
              <a:buSzPts val="1600"/>
              <a:buNone/>
              <a:defRPr sz="1600"/>
            </a:lvl4pPr>
            <a:lvl5pPr lvl="4" algn="ctr">
              <a:lnSpc>
                <a:spcPct val="140000"/>
              </a:lnSpc>
              <a:spcBef>
                <a:spcPts val="930"/>
              </a:spcBef>
              <a:spcAft>
                <a:spcPts val="0"/>
              </a:spcAft>
              <a:buClr>
                <a:srgbClr val="3F3F3F"/>
              </a:buClr>
              <a:buSzPts val="1600"/>
              <a:buNone/>
              <a:defRPr sz="1600"/>
            </a:lvl5pPr>
            <a:lvl6pPr lvl="5" algn="ctr">
              <a:lnSpc>
                <a:spcPct val="111000"/>
              </a:lnSpc>
              <a:spcBef>
                <a:spcPts val="930"/>
              </a:spcBef>
              <a:spcAft>
                <a:spcPts val="0"/>
              </a:spcAft>
              <a:buClr>
                <a:srgbClr val="4843C1"/>
              </a:buClr>
              <a:buSzPts val="1600"/>
              <a:buNone/>
              <a:defRPr sz="1600"/>
            </a:lvl6pPr>
            <a:lvl7pPr lvl="6" algn="ctr">
              <a:lnSpc>
                <a:spcPct val="111000"/>
              </a:lnSpc>
              <a:spcBef>
                <a:spcPts val="930"/>
              </a:spcBef>
              <a:spcAft>
                <a:spcPts val="0"/>
              </a:spcAft>
              <a:buClr>
                <a:srgbClr val="4843C1"/>
              </a:buClr>
              <a:buSzPts val="1600"/>
              <a:buNone/>
              <a:defRPr sz="1600"/>
            </a:lvl7pPr>
            <a:lvl8pPr lvl="7" algn="ctr">
              <a:lnSpc>
                <a:spcPct val="111000"/>
              </a:lnSpc>
              <a:spcBef>
                <a:spcPts val="930"/>
              </a:spcBef>
              <a:spcAft>
                <a:spcPts val="0"/>
              </a:spcAft>
              <a:buClr>
                <a:srgbClr val="4843C1"/>
              </a:buClr>
              <a:buSzPts val="1600"/>
              <a:buNone/>
              <a:defRPr sz="1600"/>
            </a:lvl8pPr>
            <a:lvl9pPr lvl="8" algn="ctr">
              <a:lnSpc>
                <a:spcPct val="111000"/>
              </a:lnSpc>
              <a:spcBef>
                <a:spcPts val="930"/>
              </a:spcBef>
              <a:spcAft>
                <a:spcPts val="0"/>
              </a:spcAft>
              <a:buClr>
                <a:srgbClr val="4843C1"/>
              </a:buClr>
              <a:buSzPts val="1600"/>
              <a:buNone/>
              <a:defRPr sz="1600"/>
            </a:lvl9pPr>
          </a:lstStyle>
          <a:p>
            <a:endParaRPr/>
          </a:p>
        </p:txBody>
      </p:sp>
      <p:sp>
        <p:nvSpPr>
          <p:cNvPr id="20" name="Google Shape;20;p37"/>
          <p:cNvSpPr txBox="1">
            <a:spLocks noGrp="1"/>
          </p:cNvSpPr>
          <p:nvPr>
            <p:ph type="dt" idx="10"/>
          </p:nvPr>
        </p:nvSpPr>
        <p:spPr>
          <a:xfrm>
            <a:off x="4654295" y="617415"/>
            <a:ext cx="7123723" cy="457200"/>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7"/>
          <p:cNvSpPr txBox="1">
            <a:spLocks noGrp="1"/>
          </p:cNvSpPr>
          <p:nvPr>
            <p:ph type="ftr" idx="11"/>
          </p:nvPr>
        </p:nvSpPr>
        <p:spPr>
          <a:xfrm>
            <a:off x="4654295" y="6170490"/>
            <a:ext cx="5588349" cy="457200"/>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7"/>
          <p:cNvSpPr txBox="1">
            <a:spLocks noGrp="1"/>
          </p:cNvSpPr>
          <p:nvPr>
            <p:ph type="sldNum" idx="12"/>
          </p:nvPr>
        </p:nvSpPr>
        <p:spPr>
          <a:xfrm>
            <a:off x="10515600" y="6170490"/>
            <a:ext cx="1198829" cy="457200"/>
          </a:xfrm>
          <a:prstGeom prst="rect">
            <a:avLst/>
          </a:prstGeom>
          <a:noFill/>
          <a:ln>
            <a:noFill/>
          </a:ln>
        </p:spPr>
        <p:txBody>
          <a:bodyPr spcFirstLastPara="1" wrap="square" lIns="109725" tIns="109725" rIns="109725" bIns="91425" anchor="b" anchorCtr="0">
            <a:noAutofit/>
          </a:bodyPr>
          <a:lstStyle>
            <a:lvl1pPr marL="0" marR="0" lvl="0" indent="0" algn="r">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1pPr>
            <a:lvl2pPr marL="0" marR="0" lvl="1" indent="0" algn="r">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2pPr>
            <a:lvl3pPr marL="0" marR="0" lvl="2" indent="0" algn="r">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3pPr>
            <a:lvl4pPr marL="0" marR="0" lvl="3" indent="0" algn="r">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4pPr>
            <a:lvl5pPr marL="0" marR="0" lvl="4" indent="0" algn="r">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5pPr>
            <a:lvl6pPr marL="0" marR="0" lvl="5" indent="0" algn="r">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6pPr>
            <a:lvl7pPr marL="0" marR="0" lvl="6" indent="0" algn="r">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7pPr>
            <a:lvl8pPr marL="0" marR="0" lvl="7" indent="0" algn="r">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8pPr>
            <a:lvl9pPr marL="0" marR="0" lvl="8" indent="0" algn="r">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9pPr>
          </a:lstStyle>
          <a:p>
            <a:pPr marL="0" lvl="0" indent="0" algn="r" rtl="0">
              <a:spcBef>
                <a:spcPts val="0"/>
              </a:spcBef>
              <a:spcAft>
                <a:spcPts val="0"/>
              </a:spcAft>
              <a:buNone/>
            </a:pPr>
            <a:fld id="{00000000-1234-1234-1234-123412341234}" type="slidenum">
              <a:rPr lang="en-GB"/>
              <a:t>‹#›</a:t>
            </a:fld>
            <a:endParaRPr/>
          </a:p>
        </p:txBody>
      </p:sp>
      <p:sp>
        <p:nvSpPr>
          <p:cNvPr id="23" name="Google Shape;23;p37"/>
          <p:cNvSpPr/>
          <p:nvPr/>
        </p:nvSpPr>
        <p:spPr>
          <a:xfrm>
            <a:off x="1375409" y="0"/>
            <a:ext cx="2529723" cy="6858000"/>
          </a:xfrm>
          <a:custGeom>
            <a:avLst/>
            <a:gdLst/>
            <a:ahLst/>
            <a:cxnLst/>
            <a:rect l="l" t="t" r="r" b="b"/>
            <a:pathLst>
              <a:path w="2529723" h="6858000" extrusionOk="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4" name="Google Shape;24;p37"/>
          <p:cNvSpPr/>
          <p:nvPr/>
        </p:nvSpPr>
        <p:spPr>
          <a:xfrm>
            <a:off x="1155402"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5" name="Google Shape;25;p37"/>
          <p:cNvSpPr/>
          <p:nvPr/>
        </p:nvSpPr>
        <p:spPr>
          <a:xfrm>
            <a:off x="924161" y="0"/>
            <a:ext cx="2261351" cy="6858000"/>
          </a:xfrm>
          <a:custGeom>
            <a:avLst/>
            <a:gdLst/>
            <a:ahLst/>
            <a:cxnLst/>
            <a:rect l="l" t="t" r="r" b="b"/>
            <a:pathLst>
              <a:path w="2521425" h="6858000" extrusionOk="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D3D3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38"/>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lvl1pPr lvl="0" algn="l">
              <a:lnSpc>
                <a:spcPct val="13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8"/>
          <p:cNvSpPr txBox="1">
            <a:spLocks noGrp="1"/>
          </p:cNvSpPr>
          <p:nvPr>
            <p:ph type="body" idx="1"/>
          </p:nvPr>
        </p:nvSpPr>
        <p:spPr>
          <a:xfrm>
            <a:off x="1920240" y="2312276"/>
            <a:ext cx="8770571" cy="3651504"/>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1800"/>
              <a:buNone/>
              <a:defRPr/>
            </a:lvl1pPr>
            <a:lvl2pPr marL="914400" lvl="1" indent="-228600" algn="l">
              <a:lnSpc>
                <a:spcPct val="140000"/>
              </a:lnSpc>
              <a:spcBef>
                <a:spcPts val="930"/>
              </a:spcBef>
              <a:spcAft>
                <a:spcPts val="0"/>
              </a:spcAft>
              <a:buClr>
                <a:srgbClr val="3F3F3F"/>
              </a:buClr>
              <a:buSzPts val="1800"/>
              <a:buNone/>
              <a:defRPr/>
            </a:lvl2pPr>
            <a:lvl3pPr marL="1371600" lvl="2" indent="-342900" algn="l">
              <a:lnSpc>
                <a:spcPct val="140000"/>
              </a:lnSpc>
              <a:spcBef>
                <a:spcPts val="930"/>
              </a:spcBef>
              <a:spcAft>
                <a:spcPts val="0"/>
              </a:spcAft>
              <a:buClr>
                <a:srgbClr val="3F3F3F"/>
              </a:buClr>
              <a:buSzPts val="1800"/>
              <a:buChar char="–"/>
              <a:defRPr/>
            </a:lvl3pPr>
            <a:lvl4pPr marL="1828800" lvl="3" indent="-342900" algn="l">
              <a:lnSpc>
                <a:spcPct val="140000"/>
              </a:lnSpc>
              <a:spcBef>
                <a:spcPts val="930"/>
              </a:spcBef>
              <a:spcAft>
                <a:spcPts val="0"/>
              </a:spcAft>
              <a:buClr>
                <a:srgbClr val="3F3F3F"/>
              </a:buClr>
              <a:buSzPts val="1800"/>
              <a:buChar char="–"/>
              <a:defRPr/>
            </a:lvl4pPr>
            <a:lvl5pPr marL="2286000" lvl="4" indent="-342900" algn="l">
              <a:lnSpc>
                <a:spcPct val="140000"/>
              </a:lnSpc>
              <a:spcBef>
                <a:spcPts val="930"/>
              </a:spcBef>
              <a:spcAft>
                <a:spcPts val="0"/>
              </a:spcAft>
              <a:buClr>
                <a:srgbClr val="3F3F3F"/>
              </a:buClr>
              <a:buSzPts val="1800"/>
              <a:buChar char="–"/>
              <a:defRPr/>
            </a:lvl5pPr>
            <a:lvl6pPr marL="2743200" lvl="5" indent="-342900" algn="l">
              <a:lnSpc>
                <a:spcPct val="111000"/>
              </a:lnSpc>
              <a:spcBef>
                <a:spcPts val="930"/>
              </a:spcBef>
              <a:spcAft>
                <a:spcPts val="0"/>
              </a:spcAft>
              <a:buClr>
                <a:srgbClr val="4843C1"/>
              </a:buClr>
              <a:buSzPts val="1800"/>
              <a:buChar char="–"/>
              <a:defRPr/>
            </a:lvl6pPr>
            <a:lvl7pPr marL="3200400" lvl="6" indent="-342900" algn="l">
              <a:lnSpc>
                <a:spcPct val="111000"/>
              </a:lnSpc>
              <a:spcBef>
                <a:spcPts val="930"/>
              </a:spcBef>
              <a:spcAft>
                <a:spcPts val="0"/>
              </a:spcAft>
              <a:buClr>
                <a:srgbClr val="4843C1"/>
              </a:buClr>
              <a:buSzPts val="1800"/>
              <a:buChar char="–"/>
              <a:defRPr/>
            </a:lvl7pPr>
            <a:lvl8pPr marL="3657600" lvl="7" indent="-342900" algn="l">
              <a:lnSpc>
                <a:spcPct val="111000"/>
              </a:lnSpc>
              <a:spcBef>
                <a:spcPts val="930"/>
              </a:spcBef>
              <a:spcAft>
                <a:spcPts val="0"/>
              </a:spcAft>
              <a:buClr>
                <a:srgbClr val="4843C1"/>
              </a:buClr>
              <a:buSzPts val="1800"/>
              <a:buChar char="–"/>
              <a:defRPr/>
            </a:lvl8pPr>
            <a:lvl9pPr marL="4114800" lvl="8" indent="-342900" algn="l">
              <a:lnSpc>
                <a:spcPct val="111000"/>
              </a:lnSpc>
              <a:spcBef>
                <a:spcPts val="930"/>
              </a:spcBef>
              <a:spcAft>
                <a:spcPts val="0"/>
              </a:spcAft>
              <a:buClr>
                <a:srgbClr val="4843C1"/>
              </a:buClr>
              <a:buSzPts val="1800"/>
              <a:buChar char="–"/>
              <a:defRPr/>
            </a:lvl9pPr>
          </a:lstStyle>
          <a:p>
            <a:endParaRPr/>
          </a:p>
        </p:txBody>
      </p:sp>
      <p:sp>
        <p:nvSpPr>
          <p:cNvPr id="29" name="Google Shape;29;p38"/>
          <p:cNvSpPr txBox="1">
            <a:spLocks noGrp="1"/>
          </p:cNvSpPr>
          <p:nvPr>
            <p:ph type="dt" idx="10"/>
          </p:nvPr>
        </p:nvSpPr>
        <p:spPr>
          <a:xfrm>
            <a:off x="7850727" y="6170491"/>
            <a:ext cx="2840083" cy="457200"/>
          </a:xfrm>
          <a:prstGeom prst="rect">
            <a:avLst/>
          </a:prstGeom>
          <a:noFill/>
          <a:ln>
            <a:noFill/>
          </a:ln>
        </p:spPr>
        <p:txBody>
          <a:bodyPr spcFirstLastPara="1" wrap="square" lIns="109725" tIns="109725" rIns="109725" bIns="914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38"/>
          <p:cNvSpPr txBox="1">
            <a:spLocks noGrp="1"/>
          </p:cNvSpPr>
          <p:nvPr>
            <p:ph type="ftr" idx="11"/>
          </p:nvPr>
        </p:nvSpPr>
        <p:spPr>
          <a:xfrm>
            <a:off x="1920240" y="6170490"/>
            <a:ext cx="5667375" cy="457200"/>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8"/>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marR="0" lvl="0"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1pPr>
            <a:lvl2pPr marL="0" marR="0" lvl="1"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2pPr>
            <a:lvl3pPr marL="0" marR="0" lvl="2"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3pPr>
            <a:lvl4pPr marL="0" marR="0" lvl="3"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4pPr>
            <a:lvl5pPr marL="0" marR="0" lvl="4"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5pPr>
            <a:lvl6pPr marL="0" marR="0" lvl="5"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6pPr>
            <a:lvl7pPr marL="0" marR="0" lvl="6"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7pPr>
            <a:lvl8pPr marL="0" marR="0" lvl="7"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8pPr>
            <a:lvl9pPr marL="0" marR="0" lvl="8"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39"/>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lvl1pPr lvl="0" algn="l">
              <a:lnSpc>
                <a:spcPct val="13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9"/>
          <p:cNvSpPr txBox="1">
            <a:spLocks noGrp="1"/>
          </p:cNvSpPr>
          <p:nvPr>
            <p:ph type="body" idx="1"/>
          </p:nvPr>
        </p:nvSpPr>
        <p:spPr>
          <a:xfrm>
            <a:off x="1920240" y="2438399"/>
            <a:ext cx="4160520" cy="3657601"/>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1800"/>
              <a:buNone/>
              <a:defRPr/>
            </a:lvl1pPr>
            <a:lvl2pPr marL="914400" lvl="1" indent="-228600" algn="l">
              <a:lnSpc>
                <a:spcPct val="140000"/>
              </a:lnSpc>
              <a:spcBef>
                <a:spcPts val="930"/>
              </a:spcBef>
              <a:spcAft>
                <a:spcPts val="0"/>
              </a:spcAft>
              <a:buClr>
                <a:srgbClr val="3F3F3F"/>
              </a:buClr>
              <a:buSzPts val="1800"/>
              <a:buNone/>
              <a:defRPr/>
            </a:lvl2pPr>
            <a:lvl3pPr marL="1371600" lvl="2" indent="-342900" algn="l">
              <a:lnSpc>
                <a:spcPct val="140000"/>
              </a:lnSpc>
              <a:spcBef>
                <a:spcPts val="930"/>
              </a:spcBef>
              <a:spcAft>
                <a:spcPts val="0"/>
              </a:spcAft>
              <a:buClr>
                <a:srgbClr val="3F3F3F"/>
              </a:buClr>
              <a:buSzPts val="1800"/>
              <a:buChar char="–"/>
              <a:defRPr/>
            </a:lvl3pPr>
            <a:lvl4pPr marL="1828800" lvl="3" indent="-342900" algn="l">
              <a:lnSpc>
                <a:spcPct val="140000"/>
              </a:lnSpc>
              <a:spcBef>
                <a:spcPts val="930"/>
              </a:spcBef>
              <a:spcAft>
                <a:spcPts val="0"/>
              </a:spcAft>
              <a:buClr>
                <a:srgbClr val="3F3F3F"/>
              </a:buClr>
              <a:buSzPts val="1800"/>
              <a:buChar char="–"/>
              <a:defRPr/>
            </a:lvl4pPr>
            <a:lvl5pPr marL="2286000" lvl="4" indent="-342900" algn="l">
              <a:lnSpc>
                <a:spcPct val="140000"/>
              </a:lnSpc>
              <a:spcBef>
                <a:spcPts val="930"/>
              </a:spcBef>
              <a:spcAft>
                <a:spcPts val="0"/>
              </a:spcAft>
              <a:buClr>
                <a:srgbClr val="3F3F3F"/>
              </a:buClr>
              <a:buSzPts val="1800"/>
              <a:buChar char="–"/>
              <a:defRPr/>
            </a:lvl5pPr>
            <a:lvl6pPr marL="2743200" lvl="5" indent="-342900" algn="l">
              <a:lnSpc>
                <a:spcPct val="111000"/>
              </a:lnSpc>
              <a:spcBef>
                <a:spcPts val="930"/>
              </a:spcBef>
              <a:spcAft>
                <a:spcPts val="0"/>
              </a:spcAft>
              <a:buClr>
                <a:srgbClr val="4843C1"/>
              </a:buClr>
              <a:buSzPts val="1800"/>
              <a:buChar char="–"/>
              <a:defRPr/>
            </a:lvl6pPr>
            <a:lvl7pPr marL="3200400" lvl="6" indent="-342900" algn="l">
              <a:lnSpc>
                <a:spcPct val="111000"/>
              </a:lnSpc>
              <a:spcBef>
                <a:spcPts val="930"/>
              </a:spcBef>
              <a:spcAft>
                <a:spcPts val="0"/>
              </a:spcAft>
              <a:buClr>
                <a:srgbClr val="4843C1"/>
              </a:buClr>
              <a:buSzPts val="1800"/>
              <a:buChar char="–"/>
              <a:defRPr/>
            </a:lvl7pPr>
            <a:lvl8pPr marL="3657600" lvl="7" indent="-342900" algn="l">
              <a:lnSpc>
                <a:spcPct val="111000"/>
              </a:lnSpc>
              <a:spcBef>
                <a:spcPts val="930"/>
              </a:spcBef>
              <a:spcAft>
                <a:spcPts val="0"/>
              </a:spcAft>
              <a:buClr>
                <a:srgbClr val="4843C1"/>
              </a:buClr>
              <a:buSzPts val="1800"/>
              <a:buChar char="–"/>
              <a:defRPr/>
            </a:lvl8pPr>
            <a:lvl9pPr marL="4114800" lvl="8" indent="-342900" algn="l">
              <a:lnSpc>
                <a:spcPct val="111000"/>
              </a:lnSpc>
              <a:spcBef>
                <a:spcPts val="930"/>
              </a:spcBef>
              <a:spcAft>
                <a:spcPts val="0"/>
              </a:spcAft>
              <a:buClr>
                <a:srgbClr val="4843C1"/>
              </a:buClr>
              <a:buSzPts val="1800"/>
              <a:buChar char="–"/>
              <a:defRPr/>
            </a:lvl9pPr>
          </a:lstStyle>
          <a:p>
            <a:endParaRPr/>
          </a:p>
        </p:txBody>
      </p:sp>
      <p:sp>
        <p:nvSpPr>
          <p:cNvPr id="35" name="Google Shape;35;p39"/>
          <p:cNvSpPr txBox="1">
            <a:spLocks noGrp="1"/>
          </p:cNvSpPr>
          <p:nvPr>
            <p:ph type="body" idx="2"/>
          </p:nvPr>
        </p:nvSpPr>
        <p:spPr>
          <a:xfrm>
            <a:off x="6530290" y="2438399"/>
            <a:ext cx="4160520" cy="3657601"/>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1800"/>
              <a:buNone/>
              <a:defRPr/>
            </a:lvl1pPr>
            <a:lvl2pPr marL="914400" lvl="1" indent="-228600" algn="l">
              <a:lnSpc>
                <a:spcPct val="140000"/>
              </a:lnSpc>
              <a:spcBef>
                <a:spcPts val="930"/>
              </a:spcBef>
              <a:spcAft>
                <a:spcPts val="0"/>
              </a:spcAft>
              <a:buClr>
                <a:srgbClr val="3F3F3F"/>
              </a:buClr>
              <a:buSzPts val="1800"/>
              <a:buNone/>
              <a:defRPr/>
            </a:lvl2pPr>
            <a:lvl3pPr marL="1371600" lvl="2" indent="-342900" algn="l">
              <a:lnSpc>
                <a:spcPct val="140000"/>
              </a:lnSpc>
              <a:spcBef>
                <a:spcPts val="930"/>
              </a:spcBef>
              <a:spcAft>
                <a:spcPts val="0"/>
              </a:spcAft>
              <a:buClr>
                <a:srgbClr val="3F3F3F"/>
              </a:buClr>
              <a:buSzPts val="1800"/>
              <a:buChar char="–"/>
              <a:defRPr/>
            </a:lvl3pPr>
            <a:lvl4pPr marL="1828800" lvl="3" indent="-342900" algn="l">
              <a:lnSpc>
                <a:spcPct val="140000"/>
              </a:lnSpc>
              <a:spcBef>
                <a:spcPts val="930"/>
              </a:spcBef>
              <a:spcAft>
                <a:spcPts val="0"/>
              </a:spcAft>
              <a:buClr>
                <a:srgbClr val="3F3F3F"/>
              </a:buClr>
              <a:buSzPts val="1800"/>
              <a:buChar char="–"/>
              <a:defRPr/>
            </a:lvl4pPr>
            <a:lvl5pPr marL="2286000" lvl="4" indent="-342900" algn="l">
              <a:lnSpc>
                <a:spcPct val="140000"/>
              </a:lnSpc>
              <a:spcBef>
                <a:spcPts val="930"/>
              </a:spcBef>
              <a:spcAft>
                <a:spcPts val="0"/>
              </a:spcAft>
              <a:buClr>
                <a:srgbClr val="3F3F3F"/>
              </a:buClr>
              <a:buSzPts val="1800"/>
              <a:buChar char="–"/>
              <a:defRPr/>
            </a:lvl5pPr>
            <a:lvl6pPr marL="2743200" lvl="5" indent="-342900" algn="l">
              <a:lnSpc>
                <a:spcPct val="111000"/>
              </a:lnSpc>
              <a:spcBef>
                <a:spcPts val="930"/>
              </a:spcBef>
              <a:spcAft>
                <a:spcPts val="0"/>
              </a:spcAft>
              <a:buClr>
                <a:srgbClr val="4843C1"/>
              </a:buClr>
              <a:buSzPts val="1800"/>
              <a:buChar char="–"/>
              <a:defRPr/>
            </a:lvl6pPr>
            <a:lvl7pPr marL="3200400" lvl="6" indent="-342900" algn="l">
              <a:lnSpc>
                <a:spcPct val="111000"/>
              </a:lnSpc>
              <a:spcBef>
                <a:spcPts val="930"/>
              </a:spcBef>
              <a:spcAft>
                <a:spcPts val="0"/>
              </a:spcAft>
              <a:buClr>
                <a:srgbClr val="4843C1"/>
              </a:buClr>
              <a:buSzPts val="1800"/>
              <a:buChar char="–"/>
              <a:defRPr/>
            </a:lvl7pPr>
            <a:lvl8pPr marL="3657600" lvl="7" indent="-342900" algn="l">
              <a:lnSpc>
                <a:spcPct val="111000"/>
              </a:lnSpc>
              <a:spcBef>
                <a:spcPts val="930"/>
              </a:spcBef>
              <a:spcAft>
                <a:spcPts val="0"/>
              </a:spcAft>
              <a:buClr>
                <a:srgbClr val="4843C1"/>
              </a:buClr>
              <a:buSzPts val="1800"/>
              <a:buChar char="–"/>
              <a:defRPr/>
            </a:lvl8pPr>
            <a:lvl9pPr marL="4114800" lvl="8" indent="-342900" algn="l">
              <a:lnSpc>
                <a:spcPct val="111000"/>
              </a:lnSpc>
              <a:spcBef>
                <a:spcPts val="930"/>
              </a:spcBef>
              <a:spcAft>
                <a:spcPts val="0"/>
              </a:spcAft>
              <a:buClr>
                <a:srgbClr val="4843C1"/>
              </a:buClr>
              <a:buSzPts val="1800"/>
              <a:buChar char="–"/>
              <a:defRPr/>
            </a:lvl9pPr>
          </a:lstStyle>
          <a:p>
            <a:endParaRPr/>
          </a:p>
        </p:txBody>
      </p:sp>
      <p:sp>
        <p:nvSpPr>
          <p:cNvPr id="36" name="Google Shape;36;p39"/>
          <p:cNvSpPr txBox="1">
            <a:spLocks noGrp="1"/>
          </p:cNvSpPr>
          <p:nvPr>
            <p:ph type="dt" idx="10"/>
          </p:nvPr>
        </p:nvSpPr>
        <p:spPr>
          <a:xfrm>
            <a:off x="7850727" y="6170491"/>
            <a:ext cx="2840083" cy="457200"/>
          </a:xfrm>
          <a:prstGeom prst="rect">
            <a:avLst/>
          </a:prstGeom>
          <a:noFill/>
          <a:ln>
            <a:noFill/>
          </a:ln>
        </p:spPr>
        <p:txBody>
          <a:bodyPr spcFirstLastPara="1" wrap="square" lIns="109725" tIns="109725" rIns="109725" bIns="914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9"/>
          <p:cNvSpPr txBox="1">
            <a:spLocks noGrp="1"/>
          </p:cNvSpPr>
          <p:nvPr>
            <p:ph type="ftr" idx="11"/>
          </p:nvPr>
        </p:nvSpPr>
        <p:spPr>
          <a:xfrm>
            <a:off x="1920240" y="6170490"/>
            <a:ext cx="5667375" cy="457200"/>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9"/>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marR="0" lvl="0"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1pPr>
            <a:lvl2pPr marL="0" marR="0" lvl="1"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2pPr>
            <a:lvl3pPr marL="0" marR="0" lvl="2"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3pPr>
            <a:lvl4pPr marL="0" marR="0" lvl="3"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4pPr>
            <a:lvl5pPr marL="0" marR="0" lvl="4"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5pPr>
            <a:lvl6pPr marL="0" marR="0" lvl="5"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6pPr>
            <a:lvl7pPr marL="0" marR="0" lvl="6"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7pPr>
            <a:lvl8pPr marL="0" marR="0" lvl="7"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8pPr>
            <a:lvl9pPr marL="0" marR="0" lvl="8"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lank" type="blank">
  <p:cSld name="BLANK">
    <p:bg>
      <p:bgPr>
        <a:solidFill>
          <a:schemeClr val="lt2"/>
        </a:solidFill>
        <a:effectLst/>
      </p:bgPr>
    </p:bg>
    <p:spTree>
      <p:nvGrpSpPr>
        <p:cNvPr id="1" name="Shape 39"/>
        <p:cNvGrpSpPr/>
        <p:nvPr/>
      </p:nvGrpSpPr>
      <p:grpSpPr>
        <a:xfrm>
          <a:off x="0" y="0"/>
          <a:ext cx="0" cy="0"/>
          <a:chOff x="0" y="0"/>
          <a:chExt cx="0" cy="0"/>
        </a:xfrm>
      </p:grpSpPr>
      <p:sp>
        <p:nvSpPr>
          <p:cNvPr id="40" name="Google Shape;40;p40"/>
          <p:cNvSpPr txBox="1">
            <a:spLocks noGrp="1"/>
          </p:cNvSpPr>
          <p:nvPr>
            <p:ph type="dt" idx="10"/>
          </p:nvPr>
        </p:nvSpPr>
        <p:spPr>
          <a:xfrm>
            <a:off x="7850727" y="6170491"/>
            <a:ext cx="2840083" cy="457200"/>
          </a:xfrm>
          <a:prstGeom prst="rect">
            <a:avLst/>
          </a:prstGeom>
          <a:noFill/>
          <a:ln>
            <a:noFill/>
          </a:ln>
        </p:spPr>
        <p:txBody>
          <a:bodyPr spcFirstLastPara="1" wrap="square" lIns="109725" tIns="109725" rIns="109725" bIns="914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40"/>
          <p:cNvSpPr txBox="1">
            <a:spLocks noGrp="1"/>
          </p:cNvSpPr>
          <p:nvPr>
            <p:ph type="ftr" idx="11"/>
          </p:nvPr>
        </p:nvSpPr>
        <p:spPr>
          <a:xfrm>
            <a:off x="1920240" y="6170490"/>
            <a:ext cx="5667375" cy="457200"/>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0"/>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marR="0" lvl="0"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1pPr>
            <a:lvl2pPr marL="0" marR="0" lvl="1"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2pPr>
            <a:lvl3pPr marL="0" marR="0" lvl="2"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3pPr>
            <a:lvl4pPr marL="0" marR="0" lvl="3"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4pPr>
            <a:lvl5pPr marL="0" marR="0" lvl="4"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5pPr>
            <a:lvl6pPr marL="0" marR="0" lvl="5"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6pPr>
            <a:lvl7pPr marL="0" marR="0" lvl="6"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7pPr>
            <a:lvl8pPr marL="0" marR="0" lvl="7"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8pPr>
            <a:lvl9pPr marL="0" marR="0" lvl="8"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43"/>
        <p:cNvGrpSpPr/>
        <p:nvPr/>
      </p:nvGrpSpPr>
      <p:grpSpPr>
        <a:xfrm>
          <a:off x="0" y="0"/>
          <a:ext cx="0" cy="0"/>
          <a:chOff x="0" y="0"/>
          <a:chExt cx="0" cy="0"/>
        </a:xfrm>
      </p:grpSpPr>
      <p:grpSp>
        <p:nvGrpSpPr>
          <p:cNvPr id="44" name="Google Shape;44;p41"/>
          <p:cNvGrpSpPr/>
          <p:nvPr/>
        </p:nvGrpSpPr>
        <p:grpSpPr>
          <a:xfrm>
            <a:off x="3124577" y="0"/>
            <a:ext cx="4389519" cy="2916937"/>
            <a:chOff x="3124577" y="0"/>
            <a:chExt cx="4389519" cy="2916937"/>
          </a:xfrm>
        </p:grpSpPr>
        <p:sp>
          <p:nvSpPr>
            <p:cNvPr id="45" name="Google Shape;45;p41"/>
            <p:cNvSpPr/>
            <p:nvPr/>
          </p:nvSpPr>
          <p:spPr>
            <a:xfrm>
              <a:off x="3320637" y="0"/>
              <a:ext cx="4013331" cy="2742133"/>
            </a:xfrm>
            <a:custGeom>
              <a:avLst/>
              <a:gdLst/>
              <a:ahLst/>
              <a:cxnLst/>
              <a:rect l="l" t="t" r="r" b="b"/>
              <a:pathLst>
                <a:path w="4013331" h="2742133" extrusionOk="0">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46" name="Google Shape;46;p41"/>
            <p:cNvSpPr/>
            <p:nvPr/>
          </p:nvSpPr>
          <p:spPr>
            <a:xfrm>
              <a:off x="3566319" y="0"/>
              <a:ext cx="3401415" cy="2440484"/>
            </a:xfrm>
            <a:custGeom>
              <a:avLst/>
              <a:gdLst/>
              <a:ahLst/>
              <a:cxnLst/>
              <a:rect l="l" t="t" r="r" b="b"/>
              <a:pathLst>
                <a:path w="3401415" h="2440484" extrusionOk="0">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cap="flat" cmpd="sng">
              <a:solidFill>
                <a:srgbClr val="D3D3C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47" name="Google Shape;47;p41"/>
            <p:cNvSpPr/>
            <p:nvPr/>
          </p:nvSpPr>
          <p:spPr>
            <a:xfrm>
              <a:off x="3232490" y="0"/>
              <a:ext cx="4164597" cy="2817185"/>
            </a:xfrm>
            <a:custGeom>
              <a:avLst/>
              <a:gdLst/>
              <a:ahLst/>
              <a:cxnLst/>
              <a:rect l="l" t="t" r="r" b="b"/>
              <a:pathLst>
                <a:path w="4130517" h="2806419" extrusionOk="0">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48" name="Google Shape;48;p41"/>
            <p:cNvSpPr/>
            <p:nvPr/>
          </p:nvSpPr>
          <p:spPr>
            <a:xfrm>
              <a:off x="3124577" y="0"/>
              <a:ext cx="4389519" cy="2916937"/>
            </a:xfrm>
            <a:custGeom>
              <a:avLst/>
              <a:gdLst/>
              <a:ahLst/>
              <a:cxnLst/>
              <a:rect l="l" t="t" r="r" b="b"/>
              <a:pathLst>
                <a:path w="4389519" h="2916937" extrusionOk="0">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grpSp>
      <p:grpSp>
        <p:nvGrpSpPr>
          <p:cNvPr id="49" name="Google Shape;49;p41"/>
          <p:cNvGrpSpPr/>
          <p:nvPr/>
        </p:nvGrpSpPr>
        <p:grpSpPr>
          <a:xfrm>
            <a:off x="8122942" y="0"/>
            <a:ext cx="4069058" cy="3547008"/>
            <a:chOff x="8122942" y="0"/>
            <a:chExt cx="4069058" cy="3547008"/>
          </a:xfrm>
        </p:grpSpPr>
        <p:sp>
          <p:nvSpPr>
            <p:cNvPr id="50" name="Google Shape;50;p41"/>
            <p:cNvSpPr/>
            <p:nvPr/>
          </p:nvSpPr>
          <p:spPr>
            <a:xfrm>
              <a:off x="8122942" y="0"/>
              <a:ext cx="4069058" cy="3547008"/>
            </a:xfrm>
            <a:custGeom>
              <a:avLst/>
              <a:gdLst/>
              <a:ahLst/>
              <a:cxnLst/>
              <a:rect l="l" t="t" r="r" b="b"/>
              <a:pathLst>
                <a:path w="4069058" h="3547008" extrusionOk="0">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51" name="Google Shape;51;p41"/>
            <p:cNvSpPr/>
            <p:nvPr/>
          </p:nvSpPr>
          <p:spPr>
            <a:xfrm flipH="1">
              <a:off x="8319994" y="0"/>
              <a:ext cx="3872006" cy="3321595"/>
            </a:xfrm>
            <a:custGeom>
              <a:avLst/>
              <a:gdLst/>
              <a:ahLst/>
              <a:cxnLst/>
              <a:rect l="l" t="t" r="r" b="b"/>
              <a:pathLst>
                <a:path w="3872006" h="3321595" extrusionOk="0">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eiryo"/>
                <a:ea typeface="Meiryo"/>
                <a:cs typeface="Meiryo"/>
                <a:sym typeface="Meiryo"/>
              </a:endParaRPr>
            </a:p>
          </p:txBody>
        </p:sp>
        <p:sp>
          <p:nvSpPr>
            <p:cNvPr id="52" name="Google Shape;52;p41"/>
            <p:cNvSpPr/>
            <p:nvPr/>
          </p:nvSpPr>
          <p:spPr>
            <a:xfrm flipH="1">
              <a:off x="8729240" y="9274"/>
              <a:ext cx="3462454" cy="3010961"/>
            </a:xfrm>
            <a:custGeom>
              <a:avLst/>
              <a:gdLst/>
              <a:ahLst/>
              <a:cxnLst/>
              <a:rect l="l" t="t" r="r" b="b"/>
              <a:pathLst>
                <a:path w="3462454" h="3010961" extrusionOk="0">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cap="flat" cmpd="sng">
              <a:solidFill>
                <a:srgbClr val="D3D3C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eiryo"/>
                <a:ea typeface="Meiryo"/>
                <a:cs typeface="Meiryo"/>
                <a:sym typeface="Meiryo"/>
              </a:endParaRPr>
            </a:p>
          </p:txBody>
        </p:sp>
        <p:sp>
          <p:nvSpPr>
            <p:cNvPr id="53" name="Google Shape;53;p41"/>
            <p:cNvSpPr/>
            <p:nvPr/>
          </p:nvSpPr>
          <p:spPr>
            <a:xfrm flipH="1">
              <a:off x="8243247" y="9274"/>
              <a:ext cx="3948447" cy="3411460"/>
            </a:xfrm>
            <a:custGeom>
              <a:avLst/>
              <a:gdLst/>
              <a:ahLst/>
              <a:cxnLst/>
              <a:rect l="l" t="t" r="r" b="b"/>
              <a:pathLst>
                <a:path w="3904481" h="3411460" extrusionOk="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eiryo"/>
                <a:ea typeface="Meiryo"/>
                <a:cs typeface="Meiryo"/>
                <a:sym typeface="Meiryo"/>
              </a:endParaRPr>
            </a:p>
          </p:txBody>
        </p:sp>
      </p:grpSp>
      <p:grpSp>
        <p:nvGrpSpPr>
          <p:cNvPr id="54" name="Google Shape;54;p41"/>
          <p:cNvGrpSpPr/>
          <p:nvPr/>
        </p:nvGrpSpPr>
        <p:grpSpPr>
          <a:xfrm>
            <a:off x="-1" y="1355238"/>
            <a:ext cx="4381339" cy="5510713"/>
            <a:chOff x="0" y="1347287"/>
            <a:chExt cx="4259808" cy="5510713"/>
          </a:xfrm>
        </p:grpSpPr>
        <p:sp>
          <p:nvSpPr>
            <p:cNvPr id="55" name="Google Shape;55;p41"/>
            <p:cNvSpPr/>
            <p:nvPr/>
          </p:nvSpPr>
          <p:spPr>
            <a:xfrm>
              <a:off x="0" y="1676545"/>
              <a:ext cx="4174269" cy="5181455"/>
            </a:xfrm>
            <a:custGeom>
              <a:avLst/>
              <a:gdLst/>
              <a:ahLst/>
              <a:cxnLst/>
              <a:rect l="l" t="t" r="r" b="b"/>
              <a:pathLst>
                <a:path w="4174269" h="5181455" extrusionOk="0">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56" name="Google Shape;56;p41"/>
            <p:cNvSpPr/>
            <p:nvPr/>
          </p:nvSpPr>
          <p:spPr>
            <a:xfrm>
              <a:off x="0" y="1347287"/>
              <a:ext cx="4259808" cy="5510713"/>
            </a:xfrm>
            <a:custGeom>
              <a:avLst/>
              <a:gdLst/>
              <a:ahLst/>
              <a:cxnLst/>
              <a:rect l="l" t="t" r="r" b="b"/>
              <a:pathLst>
                <a:path w="4259808" h="5510713" extrusionOk="0">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57" name="Google Shape;57;p41"/>
            <p:cNvSpPr/>
            <p:nvPr/>
          </p:nvSpPr>
          <p:spPr>
            <a:xfrm>
              <a:off x="0" y="1592806"/>
              <a:ext cx="4029221" cy="5265194"/>
            </a:xfrm>
            <a:custGeom>
              <a:avLst/>
              <a:gdLst/>
              <a:ahLst/>
              <a:cxnLst/>
              <a:rect l="l" t="t" r="r" b="b"/>
              <a:pathLst>
                <a:path w="4029221" h="5265194" extrusionOk="0">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cap="flat" cmpd="sng">
              <a:solidFill>
                <a:srgbClr val="D3D3C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58" name="Google Shape;58;p41"/>
            <p:cNvSpPr/>
            <p:nvPr/>
          </p:nvSpPr>
          <p:spPr>
            <a:xfrm>
              <a:off x="0" y="2147333"/>
              <a:ext cx="3702048" cy="4710667"/>
            </a:xfrm>
            <a:custGeom>
              <a:avLst/>
              <a:gdLst/>
              <a:ahLst/>
              <a:cxnLst/>
              <a:rect l="l" t="t" r="r" b="b"/>
              <a:pathLst>
                <a:path w="3702048" h="4710667" extrusionOk="0">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cap="flat" cmpd="sng">
              <a:solidFill>
                <a:srgbClr val="D3D3C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grpSp>
      <p:sp>
        <p:nvSpPr>
          <p:cNvPr id="59" name="Google Shape;59;p41"/>
          <p:cNvSpPr txBox="1">
            <a:spLocks noGrp="1"/>
          </p:cNvSpPr>
          <p:nvPr>
            <p:ph type="title"/>
          </p:nvPr>
        </p:nvSpPr>
        <p:spPr>
          <a:xfrm>
            <a:off x="4654296" y="3420734"/>
            <a:ext cx="6665976" cy="2129674"/>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rgbClr val="3F3F3F"/>
              </a:buClr>
              <a:buSzPts val="4800"/>
              <a:buFont typeface="Meiryo"/>
              <a:buNone/>
              <a:defRPr sz="4800" cap="none">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1"/>
          <p:cNvSpPr txBox="1">
            <a:spLocks noGrp="1"/>
          </p:cNvSpPr>
          <p:nvPr>
            <p:ph type="ftr" idx="11"/>
          </p:nvPr>
        </p:nvSpPr>
        <p:spPr>
          <a:xfrm>
            <a:off x="4654296" y="6170490"/>
            <a:ext cx="5713314" cy="457200"/>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41"/>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marR="0" lvl="0"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1pPr>
            <a:lvl2pPr marL="0" marR="0" lvl="1"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2pPr>
            <a:lvl3pPr marL="0" marR="0" lvl="2"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3pPr>
            <a:lvl4pPr marL="0" marR="0" lvl="3"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4pPr>
            <a:lvl5pPr marL="0" marR="0" lvl="4"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5pPr>
            <a:lvl6pPr marL="0" marR="0" lvl="5"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6pPr>
            <a:lvl7pPr marL="0" marR="0" lvl="6"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7pPr>
            <a:lvl8pPr marL="0" marR="0" lvl="7"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8pPr>
            <a:lvl9pPr marL="0" marR="0" lvl="8"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9pPr>
          </a:lstStyle>
          <a:p>
            <a:pPr marL="0" lvl="0" indent="0" algn="l" rtl="0">
              <a:spcBef>
                <a:spcPts val="0"/>
              </a:spcBef>
              <a:spcAft>
                <a:spcPts val="0"/>
              </a:spcAft>
              <a:buNone/>
            </a:pPr>
            <a:fld id="{00000000-1234-1234-1234-123412341234}" type="slidenum">
              <a:rPr lang="en-GB"/>
              <a:t>‹#›</a:t>
            </a:fld>
            <a:endParaRPr/>
          </a:p>
        </p:txBody>
      </p:sp>
      <p:sp>
        <p:nvSpPr>
          <p:cNvPr id="62" name="Google Shape;62;p41"/>
          <p:cNvSpPr txBox="1">
            <a:spLocks noGrp="1"/>
          </p:cNvSpPr>
          <p:nvPr>
            <p:ph type="body" idx="1"/>
          </p:nvPr>
        </p:nvSpPr>
        <p:spPr>
          <a:xfrm>
            <a:off x="4654295" y="5550408"/>
            <a:ext cx="6665975" cy="512064"/>
          </a:xfrm>
          <a:prstGeom prst="rect">
            <a:avLst/>
          </a:prstGeom>
          <a:noFill/>
          <a:ln>
            <a:noFill/>
          </a:ln>
        </p:spPr>
        <p:txBody>
          <a:bodyPr spcFirstLastPara="1" wrap="square" lIns="109725" tIns="109725" rIns="109725" bIns="91425" anchor="t" anchorCtr="0">
            <a:normAutofit/>
          </a:bodyPr>
          <a:lstStyle>
            <a:lvl1pPr marL="457200" lvl="0" indent="-228600" algn="l">
              <a:lnSpc>
                <a:spcPct val="130000"/>
              </a:lnSpc>
              <a:spcBef>
                <a:spcPts val="0"/>
              </a:spcBef>
              <a:spcAft>
                <a:spcPts val="0"/>
              </a:spcAft>
              <a:buClr>
                <a:srgbClr val="3F3F3F"/>
              </a:buClr>
              <a:buSzPts val="2000"/>
              <a:buNone/>
              <a:defRPr sz="2000">
                <a:solidFill>
                  <a:srgbClr val="3F3F3F"/>
                </a:solidFill>
              </a:defRPr>
            </a:lvl1pPr>
            <a:lvl2pPr marL="914400" lvl="1" indent="-228600" algn="l">
              <a:lnSpc>
                <a:spcPct val="140000"/>
              </a:lnSpc>
              <a:spcBef>
                <a:spcPts val="930"/>
              </a:spcBef>
              <a:spcAft>
                <a:spcPts val="0"/>
              </a:spcAft>
              <a:buClr>
                <a:srgbClr val="888888"/>
              </a:buClr>
              <a:buSzPts val="2000"/>
              <a:buNone/>
              <a:defRPr sz="2000">
                <a:solidFill>
                  <a:srgbClr val="888888"/>
                </a:solidFill>
              </a:defRPr>
            </a:lvl2pPr>
            <a:lvl3pPr marL="1371600" lvl="2" indent="-228600" algn="l">
              <a:lnSpc>
                <a:spcPct val="140000"/>
              </a:lnSpc>
              <a:spcBef>
                <a:spcPts val="930"/>
              </a:spcBef>
              <a:spcAft>
                <a:spcPts val="0"/>
              </a:spcAft>
              <a:buClr>
                <a:srgbClr val="888888"/>
              </a:buClr>
              <a:buSzPts val="1800"/>
              <a:buNone/>
              <a:defRPr sz="1800">
                <a:solidFill>
                  <a:srgbClr val="888888"/>
                </a:solidFill>
              </a:defRPr>
            </a:lvl3pPr>
            <a:lvl4pPr marL="1828800" lvl="3" indent="-228600" algn="l">
              <a:lnSpc>
                <a:spcPct val="140000"/>
              </a:lnSpc>
              <a:spcBef>
                <a:spcPts val="930"/>
              </a:spcBef>
              <a:spcAft>
                <a:spcPts val="0"/>
              </a:spcAft>
              <a:buClr>
                <a:srgbClr val="888888"/>
              </a:buClr>
              <a:buSzPts val="1600"/>
              <a:buNone/>
              <a:defRPr sz="1600">
                <a:solidFill>
                  <a:srgbClr val="888888"/>
                </a:solidFill>
              </a:defRPr>
            </a:lvl4pPr>
            <a:lvl5pPr marL="2286000" lvl="4" indent="-228600" algn="l">
              <a:lnSpc>
                <a:spcPct val="140000"/>
              </a:lnSpc>
              <a:spcBef>
                <a:spcPts val="930"/>
              </a:spcBef>
              <a:spcAft>
                <a:spcPts val="0"/>
              </a:spcAft>
              <a:buClr>
                <a:srgbClr val="888888"/>
              </a:buClr>
              <a:buSzPts val="1600"/>
              <a:buNone/>
              <a:defRPr sz="1600">
                <a:solidFill>
                  <a:srgbClr val="888888"/>
                </a:solidFill>
              </a:defRPr>
            </a:lvl5pPr>
            <a:lvl6pPr marL="2743200" lvl="5" indent="-228600" algn="l">
              <a:lnSpc>
                <a:spcPct val="111000"/>
              </a:lnSpc>
              <a:spcBef>
                <a:spcPts val="930"/>
              </a:spcBef>
              <a:spcAft>
                <a:spcPts val="0"/>
              </a:spcAft>
              <a:buClr>
                <a:srgbClr val="888888"/>
              </a:buClr>
              <a:buSzPts val="1600"/>
              <a:buNone/>
              <a:defRPr sz="1600">
                <a:solidFill>
                  <a:srgbClr val="888888"/>
                </a:solidFill>
              </a:defRPr>
            </a:lvl6pPr>
            <a:lvl7pPr marL="3200400" lvl="6" indent="-228600" algn="l">
              <a:lnSpc>
                <a:spcPct val="111000"/>
              </a:lnSpc>
              <a:spcBef>
                <a:spcPts val="930"/>
              </a:spcBef>
              <a:spcAft>
                <a:spcPts val="0"/>
              </a:spcAft>
              <a:buClr>
                <a:srgbClr val="888888"/>
              </a:buClr>
              <a:buSzPts val="1600"/>
              <a:buNone/>
              <a:defRPr sz="1600">
                <a:solidFill>
                  <a:srgbClr val="888888"/>
                </a:solidFill>
              </a:defRPr>
            </a:lvl7pPr>
            <a:lvl8pPr marL="3657600" lvl="7" indent="-228600" algn="l">
              <a:lnSpc>
                <a:spcPct val="111000"/>
              </a:lnSpc>
              <a:spcBef>
                <a:spcPts val="930"/>
              </a:spcBef>
              <a:spcAft>
                <a:spcPts val="0"/>
              </a:spcAft>
              <a:buClr>
                <a:srgbClr val="888888"/>
              </a:buClr>
              <a:buSzPts val="1600"/>
              <a:buNone/>
              <a:defRPr sz="1600">
                <a:solidFill>
                  <a:srgbClr val="888888"/>
                </a:solidFill>
              </a:defRPr>
            </a:lvl8pPr>
            <a:lvl9pPr marL="4114800" lvl="8" indent="-228600" algn="l">
              <a:lnSpc>
                <a:spcPct val="111000"/>
              </a:lnSpc>
              <a:spcBef>
                <a:spcPts val="930"/>
              </a:spcBef>
              <a:spcAft>
                <a:spcPts val="0"/>
              </a:spcAft>
              <a:buClr>
                <a:srgbClr val="888888"/>
              </a:buClr>
              <a:buSzPts val="1600"/>
              <a:buNone/>
              <a:defRPr sz="1600">
                <a:solidFill>
                  <a:srgbClr val="888888"/>
                </a:solidFill>
              </a:defRPr>
            </a:lvl9pPr>
          </a:lstStyle>
          <a:p>
            <a:endParaRPr/>
          </a:p>
        </p:txBody>
      </p:sp>
      <p:sp>
        <p:nvSpPr>
          <p:cNvPr id="63" name="Google Shape;63;p41"/>
          <p:cNvSpPr txBox="1">
            <a:spLocks noGrp="1"/>
          </p:cNvSpPr>
          <p:nvPr>
            <p:ph type="dt" idx="10"/>
          </p:nvPr>
        </p:nvSpPr>
        <p:spPr>
          <a:xfrm>
            <a:off x="640080" y="6170491"/>
            <a:ext cx="2840083" cy="457200"/>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4"/>
        <p:cNvGrpSpPr/>
        <p:nvPr/>
      </p:nvGrpSpPr>
      <p:grpSpPr>
        <a:xfrm>
          <a:off x="0" y="0"/>
          <a:ext cx="0" cy="0"/>
          <a:chOff x="0" y="0"/>
          <a:chExt cx="0" cy="0"/>
        </a:xfrm>
      </p:grpSpPr>
      <p:sp>
        <p:nvSpPr>
          <p:cNvPr id="65" name="Google Shape;65;p42"/>
          <p:cNvSpPr txBox="1">
            <a:spLocks noGrp="1"/>
          </p:cNvSpPr>
          <p:nvPr>
            <p:ph type="body" idx="1"/>
          </p:nvPr>
        </p:nvSpPr>
        <p:spPr>
          <a:xfrm>
            <a:off x="1920241" y="2456408"/>
            <a:ext cx="4160520" cy="823912"/>
          </a:xfrm>
          <a:prstGeom prst="rect">
            <a:avLst/>
          </a:prstGeom>
          <a:noFill/>
          <a:ln>
            <a:noFill/>
          </a:ln>
        </p:spPr>
        <p:txBody>
          <a:bodyPr spcFirstLastPara="1" wrap="square" lIns="109725" tIns="109725" rIns="109725" bIns="91425" anchor="b" anchorCtr="0">
            <a:normAutofit/>
          </a:bodyPr>
          <a:lstStyle>
            <a:lvl1pPr marL="457200" lvl="0" indent="-228600" algn="l">
              <a:lnSpc>
                <a:spcPct val="130000"/>
              </a:lnSpc>
              <a:spcBef>
                <a:spcPts val="930"/>
              </a:spcBef>
              <a:spcAft>
                <a:spcPts val="0"/>
              </a:spcAft>
              <a:buClr>
                <a:schemeClr val="accent1"/>
              </a:buClr>
              <a:buSzPts val="1800"/>
              <a:buNone/>
              <a:defRPr sz="1800" b="1" cap="none">
                <a:solidFill>
                  <a:schemeClr val="accent1"/>
                </a:solidFill>
              </a:defRPr>
            </a:lvl1pPr>
            <a:lvl2pPr marL="914400" lvl="1" indent="-228600" algn="l">
              <a:lnSpc>
                <a:spcPct val="140000"/>
              </a:lnSpc>
              <a:spcBef>
                <a:spcPts val="930"/>
              </a:spcBef>
              <a:spcAft>
                <a:spcPts val="0"/>
              </a:spcAft>
              <a:buClr>
                <a:srgbClr val="3F3F3F"/>
              </a:buClr>
              <a:buSzPts val="2000"/>
              <a:buNone/>
              <a:defRPr sz="2000" b="1"/>
            </a:lvl2pPr>
            <a:lvl3pPr marL="1371600" lvl="2" indent="-228600" algn="l">
              <a:lnSpc>
                <a:spcPct val="140000"/>
              </a:lnSpc>
              <a:spcBef>
                <a:spcPts val="930"/>
              </a:spcBef>
              <a:spcAft>
                <a:spcPts val="0"/>
              </a:spcAft>
              <a:buClr>
                <a:srgbClr val="3F3F3F"/>
              </a:buClr>
              <a:buSzPts val="1800"/>
              <a:buNone/>
              <a:defRPr sz="1800" b="1"/>
            </a:lvl3pPr>
            <a:lvl4pPr marL="1828800" lvl="3" indent="-228600" algn="l">
              <a:lnSpc>
                <a:spcPct val="140000"/>
              </a:lnSpc>
              <a:spcBef>
                <a:spcPts val="930"/>
              </a:spcBef>
              <a:spcAft>
                <a:spcPts val="0"/>
              </a:spcAft>
              <a:buClr>
                <a:srgbClr val="3F3F3F"/>
              </a:buClr>
              <a:buSzPts val="1600"/>
              <a:buNone/>
              <a:defRPr sz="1600" b="1"/>
            </a:lvl4pPr>
            <a:lvl5pPr marL="2286000" lvl="4" indent="-228600" algn="l">
              <a:lnSpc>
                <a:spcPct val="140000"/>
              </a:lnSpc>
              <a:spcBef>
                <a:spcPts val="930"/>
              </a:spcBef>
              <a:spcAft>
                <a:spcPts val="0"/>
              </a:spcAft>
              <a:buClr>
                <a:srgbClr val="3F3F3F"/>
              </a:buClr>
              <a:buSzPts val="1600"/>
              <a:buNone/>
              <a:defRPr sz="1600" b="1"/>
            </a:lvl5pPr>
            <a:lvl6pPr marL="2743200" lvl="5" indent="-228600" algn="l">
              <a:lnSpc>
                <a:spcPct val="111000"/>
              </a:lnSpc>
              <a:spcBef>
                <a:spcPts val="930"/>
              </a:spcBef>
              <a:spcAft>
                <a:spcPts val="0"/>
              </a:spcAft>
              <a:buClr>
                <a:srgbClr val="4843C1"/>
              </a:buClr>
              <a:buSzPts val="1600"/>
              <a:buNone/>
              <a:defRPr sz="1600" b="1"/>
            </a:lvl6pPr>
            <a:lvl7pPr marL="3200400" lvl="6" indent="-228600" algn="l">
              <a:lnSpc>
                <a:spcPct val="111000"/>
              </a:lnSpc>
              <a:spcBef>
                <a:spcPts val="930"/>
              </a:spcBef>
              <a:spcAft>
                <a:spcPts val="0"/>
              </a:spcAft>
              <a:buClr>
                <a:srgbClr val="4843C1"/>
              </a:buClr>
              <a:buSzPts val="1600"/>
              <a:buNone/>
              <a:defRPr sz="1600" b="1"/>
            </a:lvl7pPr>
            <a:lvl8pPr marL="3657600" lvl="7" indent="-228600" algn="l">
              <a:lnSpc>
                <a:spcPct val="111000"/>
              </a:lnSpc>
              <a:spcBef>
                <a:spcPts val="930"/>
              </a:spcBef>
              <a:spcAft>
                <a:spcPts val="0"/>
              </a:spcAft>
              <a:buClr>
                <a:srgbClr val="4843C1"/>
              </a:buClr>
              <a:buSzPts val="1600"/>
              <a:buNone/>
              <a:defRPr sz="1600" b="1"/>
            </a:lvl8pPr>
            <a:lvl9pPr marL="4114800" lvl="8" indent="-228600" algn="l">
              <a:lnSpc>
                <a:spcPct val="111000"/>
              </a:lnSpc>
              <a:spcBef>
                <a:spcPts val="930"/>
              </a:spcBef>
              <a:spcAft>
                <a:spcPts val="0"/>
              </a:spcAft>
              <a:buClr>
                <a:srgbClr val="4843C1"/>
              </a:buClr>
              <a:buSzPts val="1600"/>
              <a:buNone/>
              <a:defRPr sz="1600" b="1"/>
            </a:lvl9pPr>
          </a:lstStyle>
          <a:p>
            <a:endParaRPr/>
          </a:p>
        </p:txBody>
      </p:sp>
      <p:sp>
        <p:nvSpPr>
          <p:cNvPr id="66" name="Google Shape;66;p42"/>
          <p:cNvSpPr txBox="1">
            <a:spLocks noGrp="1"/>
          </p:cNvSpPr>
          <p:nvPr>
            <p:ph type="body" idx="2"/>
          </p:nvPr>
        </p:nvSpPr>
        <p:spPr>
          <a:xfrm>
            <a:off x="1920241" y="3316639"/>
            <a:ext cx="4160520" cy="2779361"/>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1800"/>
              <a:buNone/>
              <a:defRPr/>
            </a:lvl1pPr>
            <a:lvl2pPr marL="914400" lvl="1" indent="-228600" algn="l">
              <a:lnSpc>
                <a:spcPct val="140000"/>
              </a:lnSpc>
              <a:spcBef>
                <a:spcPts val="930"/>
              </a:spcBef>
              <a:spcAft>
                <a:spcPts val="0"/>
              </a:spcAft>
              <a:buClr>
                <a:srgbClr val="3F3F3F"/>
              </a:buClr>
              <a:buSzPts val="1800"/>
              <a:buNone/>
              <a:defRPr/>
            </a:lvl2pPr>
            <a:lvl3pPr marL="1371600" lvl="2" indent="-342900" algn="l">
              <a:lnSpc>
                <a:spcPct val="140000"/>
              </a:lnSpc>
              <a:spcBef>
                <a:spcPts val="930"/>
              </a:spcBef>
              <a:spcAft>
                <a:spcPts val="0"/>
              </a:spcAft>
              <a:buClr>
                <a:srgbClr val="3F3F3F"/>
              </a:buClr>
              <a:buSzPts val="1800"/>
              <a:buChar char="–"/>
              <a:defRPr/>
            </a:lvl3pPr>
            <a:lvl4pPr marL="1828800" lvl="3" indent="-342900" algn="l">
              <a:lnSpc>
                <a:spcPct val="140000"/>
              </a:lnSpc>
              <a:spcBef>
                <a:spcPts val="930"/>
              </a:spcBef>
              <a:spcAft>
                <a:spcPts val="0"/>
              </a:spcAft>
              <a:buClr>
                <a:srgbClr val="3F3F3F"/>
              </a:buClr>
              <a:buSzPts val="1800"/>
              <a:buChar char="–"/>
              <a:defRPr/>
            </a:lvl4pPr>
            <a:lvl5pPr marL="2286000" lvl="4" indent="-342900" algn="l">
              <a:lnSpc>
                <a:spcPct val="140000"/>
              </a:lnSpc>
              <a:spcBef>
                <a:spcPts val="930"/>
              </a:spcBef>
              <a:spcAft>
                <a:spcPts val="0"/>
              </a:spcAft>
              <a:buClr>
                <a:srgbClr val="3F3F3F"/>
              </a:buClr>
              <a:buSzPts val="1800"/>
              <a:buChar char="–"/>
              <a:defRPr/>
            </a:lvl5pPr>
            <a:lvl6pPr marL="2743200" lvl="5" indent="-342900" algn="l">
              <a:lnSpc>
                <a:spcPct val="111000"/>
              </a:lnSpc>
              <a:spcBef>
                <a:spcPts val="930"/>
              </a:spcBef>
              <a:spcAft>
                <a:spcPts val="0"/>
              </a:spcAft>
              <a:buClr>
                <a:srgbClr val="4843C1"/>
              </a:buClr>
              <a:buSzPts val="1800"/>
              <a:buChar char="–"/>
              <a:defRPr/>
            </a:lvl6pPr>
            <a:lvl7pPr marL="3200400" lvl="6" indent="-342900" algn="l">
              <a:lnSpc>
                <a:spcPct val="111000"/>
              </a:lnSpc>
              <a:spcBef>
                <a:spcPts val="930"/>
              </a:spcBef>
              <a:spcAft>
                <a:spcPts val="0"/>
              </a:spcAft>
              <a:buClr>
                <a:srgbClr val="4843C1"/>
              </a:buClr>
              <a:buSzPts val="1800"/>
              <a:buChar char="–"/>
              <a:defRPr/>
            </a:lvl7pPr>
            <a:lvl8pPr marL="3657600" lvl="7" indent="-342900" algn="l">
              <a:lnSpc>
                <a:spcPct val="111000"/>
              </a:lnSpc>
              <a:spcBef>
                <a:spcPts val="930"/>
              </a:spcBef>
              <a:spcAft>
                <a:spcPts val="0"/>
              </a:spcAft>
              <a:buClr>
                <a:srgbClr val="4843C1"/>
              </a:buClr>
              <a:buSzPts val="1800"/>
              <a:buChar char="–"/>
              <a:defRPr/>
            </a:lvl8pPr>
            <a:lvl9pPr marL="4114800" lvl="8" indent="-342900" algn="l">
              <a:lnSpc>
                <a:spcPct val="111000"/>
              </a:lnSpc>
              <a:spcBef>
                <a:spcPts val="930"/>
              </a:spcBef>
              <a:spcAft>
                <a:spcPts val="0"/>
              </a:spcAft>
              <a:buClr>
                <a:srgbClr val="4843C1"/>
              </a:buClr>
              <a:buSzPts val="1800"/>
              <a:buChar char="–"/>
              <a:defRPr/>
            </a:lvl9pPr>
          </a:lstStyle>
          <a:p>
            <a:endParaRPr/>
          </a:p>
        </p:txBody>
      </p:sp>
      <p:sp>
        <p:nvSpPr>
          <p:cNvPr id="67" name="Google Shape;67;p42"/>
          <p:cNvSpPr txBox="1">
            <a:spLocks noGrp="1"/>
          </p:cNvSpPr>
          <p:nvPr>
            <p:ph type="body" idx="3"/>
          </p:nvPr>
        </p:nvSpPr>
        <p:spPr>
          <a:xfrm>
            <a:off x="6530290" y="2456408"/>
            <a:ext cx="4160520" cy="823912"/>
          </a:xfrm>
          <a:prstGeom prst="rect">
            <a:avLst/>
          </a:prstGeom>
          <a:noFill/>
          <a:ln>
            <a:noFill/>
          </a:ln>
        </p:spPr>
        <p:txBody>
          <a:bodyPr spcFirstLastPara="1" wrap="square" lIns="109725" tIns="109725" rIns="109725" bIns="91425" anchor="b" anchorCtr="0">
            <a:normAutofit/>
          </a:bodyPr>
          <a:lstStyle>
            <a:lvl1pPr marL="457200" lvl="0" indent="-228600" algn="l">
              <a:lnSpc>
                <a:spcPct val="99000"/>
              </a:lnSpc>
              <a:spcBef>
                <a:spcPts val="930"/>
              </a:spcBef>
              <a:spcAft>
                <a:spcPts val="0"/>
              </a:spcAft>
              <a:buClr>
                <a:schemeClr val="accent1"/>
              </a:buClr>
              <a:buSzPts val="1800"/>
              <a:buNone/>
              <a:defRPr sz="1800" b="1" cap="none">
                <a:solidFill>
                  <a:schemeClr val="accent1"/>
                </a:solidFill>
                <a:latin typeface="Meiryo"/>
                <a:ea typeface="Meiryo"/>
                <a:cs typeface="Meiryo"/>
                <a:sym typeface="Meiryo"/>
              </a:defRPr>
            </a:lvl1pPr>
            <a:lvl2pPr marL="914400" lvl="1" indent="-228600" algn="l">
              <a:lnSpc>
                <a:spcPct val="140000"/>
              </a:lnSpc>
              <a:spcBef>
                <a:spcPts val="930"/>
              </a:spcBef>
              <a:spcAft>
                <a:spcPts val="0"/>
              </a:spcAft>
              <a:buClr>
                <a:srgbClr val="3F3F3F"/>
              </a:buClr>
              <a:buSzPts val="2000"/>
              <a:buNone/>
              <a:defRPr sz="2000" b="1"/>
            </a:lvl2pPr>
            <a:lvl3pPr marL="1371600" lvl="2" indent="-228600" algn="l">
              <a:lnSpc>
                <a:spcPct val="140000"/>
              </a:lnSpc>
              <a:spcBef>
                <a:spcPts val="930"/>
              </a:spcBef>
              <a:spcAft>
                <a:spcPts val="0"/>
              </a:spcAft>
              <a:buClr>
                <a:srgbClr val="3F3F3F"/>
              </a:buClr>
              <a:buSzPts val="1800"/>
              <a:buNone/>
              <a:defRPr sz="1800" b="1"/>
            </a:lvl3pPr>
            <a:lvl4pPr marL="1828800" lvl="3" indent="-228600" algn="l">
              <a:lnSpc>
                <a:spcPct val="140000"/>
              </a:lnSpc>
              <a:spcBef>
                <a:spcPts val="930"/>
              </a:spcBef>
              <a:spcAft>
                <a:spcPts val="0"/>
              </a:spcAft>
              <a:buClr>
                <a:srgbClr val="3F3F3F"/>
              </a:buClr>
              <a:buSzPts val="1600"/>
              <a:buNone/>
              <a:defRPr sz="1600" b="1"/>
            </a:lvl4pPr>
            <a:lvl5pPr marL="2286000" lvl="4" indent="-228600" algn="l">
              <a:lnSpc>
                <a:spcPct val="140000"/>
              </a:lnSpc>
              <a:spcBef>
                <a:spcPts val="930"/>
              </a:spcBef>
              <a:spcAft>
                <a:spcPts val="0"/>
              </a:spcAft>
              <a:buClr>
                <a:srgbClr val="3F3F3F"/>
              </a:buClr>
              <a:buSzPts val="1600"/>
              <a:buNone/>
              <a:defRPr sz="1600" b="1"/>
            </a:lvl5pPr>
            <a:lvl6pPr marL="2743200" lvl="5" indent="-228600" algn="l">
              <a:lnSpc>
                <a:spcPct val="111000"/>
              </a:lnSpc>
              <a:spcBef>
                <a:spcPts val="930"/>
              </a:spcBef>
              <a:spcAft>
                <a:spcPts val="0"/>
              </a:spcAft>
              <a:buClr>
                <a:srgbClr val="4843C1"/>
              </a:buClr>
              <a:buSzPts val="1600"/>
              <a:buNone/>
              <a:defRPr sz="1600" b="1"/>
            </a:lvl6pPr>
            <a:lvl7pPr marL="3200400" lvl="6" indent="-228600" algn="l">
              <a:lnSpc>
                <a:spcPct val="111000"/>
              </a:lnSpc>
              <a:spcBef>
                <a:spcPts val="930"/>
              </a:spcBef>
              <a:spcAft>
                <a:spcPts val="0"/>
              </a:spcAft>
              <a:buClr>
                <a:srgbClr val="4843C1"/>
              </a:buClr>
              <a:buSzPts val="1600"/>
              <a:buNone/>
              <a:defRPr sz="1600" b="1"/>
            </a:lvl7pPr>
            <a:lvl8pPr marL="3657600" lvl="7" indent="-228600" algn="l">
              <a:lnSpc>
                <a:spcPct val="111000"/>
              </a:lnSpc>
              <a:spcBef>
                <a:spcPts val="930"/>
              </a:spcBef>
              <a:spcAft>
                <a:spcPts val="0"/>
              </a:spcAft>
              <a:buClr>
                <a:srgbClr val="4843C1"/>
              </a:buClr>
              <a:buSzPts val="1600"/>
              <a:buNone/>
              <a:defRPr sz="1600" b="1"/>
            </a:lvl8pPr>
            <a:lvl9pPr marL="4114800" lvl="8" indent="-228600" algn="l">
              <a:lnSpc>
                <a:spcPct val="111000"/>
              </a:lnSpc>
              <a:spcBef>
                <a:spcPts val="930"/>
              </a:spcBef>
              <a:spcAft>
                <a:spcPts val="0"/>
              </a:spcAft>
              <a:buClr>
                <a:srgbClr val="4843C1"/>
              </a:buClr>
              <a:buSzPts val="1600"/>
              <a:buNone/>
              <a:defRPr sz="1600" b="1"/>
            </a:lvl9pPr>
          </a:lstStyle>
          <a:p>
            <a:endParaRPr/>
          </a:p>
        </p:txBody>
      </p:sp>
      <p:sp>
        <p:nvSpPr>
          <p:cNvPr id="68" name="Google Shape;68;p42"/>
          <p:cNvSpPr txBox="1">
            <a:spLocks noGrp="1"/>
          </p:cNvSpPr>
          <p:nvPr>
            <p:ph type="body" idx="4"/>
          </p:nvPr>
        </p:nvSpPr>
        <p:spPr>
          <a:xfrm>
            <a:off x="6530290" y="3316639"/>
            <a:ext cx="4160520" cy="2779361"/>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1800"/>
              <a:buNone/>
              <a:defRPr/>
            </a:lvl1pPr>
            <a:lvl2pPr marL="914400" lvl="1" indent="-228600" algn="l">
              <a:lnSpc>
                <a:spcPct val="140000"/>
              </a:lnSpc>
              <a:spcBef>
                <a:spcPts val="930"/>
              </a:spcBef>
              <a:spcAft>
                <a:spcPts val="0"/>
              </a:spcAft>
              <a:buClr>
                <a:srgbClr val="3F3F3F"/>
              </a:buClr>
              <a:buSzPts val="1800"/>
              <a:buNone/>
              <a:defRPr/>
            </a:lvl2pPr>
            <a:lvl3pPr marL="1371600" lvl="2" indent="-342900" algn="l">
              <a:lnSpc>
                <a:spcPct val="140000"/>
              </a:lnSpc>
              <a:spcBef>
                <a:spcPts val="930"/>
              </a:spcBef>
              <a:spcAft>
                <a:spcPts val="0"/>
              </a:spcAft>
              <a:buClr>
                <a:srgbClr val="3F3F3F"/>
              </a:buClr>
              <a:buSzPts val="1800"/>
              <a:buChar char="–"/>
              <a:defRPr/>
            </a:lvl3pPr>
            <a:lvl4pPr marL="1828800" lvl="3" indent="-342900" algn="l">
              <a:lnSpc>
                <a:spcPct val="140000"/>
              </a:lnSpc>
              <a:spcBef>
                <a:spcPts val="930"/>
              </a:spcBef>
              <a:spcAft>
                <a:spcPts val="0"/>
              </a:spcAft>
              <a:buClr>
                <a:srgbClr val="3F3F3F"/>
              </a:buClr>
              <a:buSzPts val="1800"/>
              <a:buChar char="–"/>
              <a:defRPr/>
            </a:lvl4pPr>
            <a:lvl5pPr marL="2286000" lvl="4" indent="-342900" algn="l">
              <a:lnSpc>
                <a:spcPct val="140000"/>
              </a:lnSpc>
              <a:spcBef>
                <a:spcPts val="930"/>
              </a:spcBef>
              <a:spcAft>
                <a:spcPts val="0"/>
              </a:spcAft>
              <a:buClr>
                <a:srgbClr val="3F3F3F"/>
              </a:buClr>
              <a:buSzPts val="1800"/>
              <a:buChar char="–"/>
              <a:defRPr/>
            </a:lvl5pPr>
            <a:lvl6pPr marL="2743200" lvl="5" indent="-342900" algn="l">
              <a:lnSpc>
                <a:spcPct val="111000"/>
              </a:lnSpc>
              <a:spcBef>
                <a:spcPts val="930"/>
              </a:spcBef>
              <a:spcAft>
                <a:spcPts val="0"/>
              </a:spcAft>
              <a:buClr>
                <a:srgbClr val="4843C1"/>
              </a:buClr>
              <a:buSzPts val="1800"/>
              <a:buChar char="–"/>
              <a:defRPr/>
            </a:lvl6pPr>
            <a:lvl7pPr marL="3200400" lvl="6" indent="-342900" algn="l">
              <a:lnSpc>
                <a:spcPct val="111000"/>
              </a:lnSpc>
              <a:spcBef>
                <a:spcPts val="930"/>
              </a:spcBef>
              <a:spcAft>
                <a:spcPts val="0"/>
              </a:spcAft>
              <a:buClr>
                <a:srgbClr val="4843C1"/>
              </a:buClr>
              <a:buSzPts val="1800"/>
              <a:buChar char="–"/>
              <a:defRPr/>
            </a:lvl7pPr>
            <a:lvl8pPr marL="3657600" lvl="7" indent="-342900" algn="l">
              <a:lnSpc>
                <a:spcPct val="111000"/>
              </a:lnSpc>
              <a:spcBef>
                <a:spcPts val="930"/>
              </a:spcBef>
              <a:spcAft>
                <a:spcPts val="0"/>
              </a:spcAft>
              <a:buClr>
                <a:srgbClr val="4843C1"/>
              </a:buClr>
              <a:buSzPts val="1800"/>
              <a:buChar char="–"/>
              <a:defRPr/>
            </a:lvl8pPr>
            <a:lvl9pPr marL="4114800" lvl="8" indent="-342900" algn="l">
              <a:lnSpc>
                <a:spcPct val="111000"/>
              </a:lnSpc>
              <a:spcBef>
                <a:spcPts val="930"/>
              </a:spcBef>
              <a:spcAft>
                <a:spcPts val="0"/>
              </a:spcAft>
              <a:buClr>
                <a:srgbClr val="4843C1"/>
              </a:buClr>
              <a:buSzPts val="1800"/>
              <a:buChar char="–"/>
              <a:defRPr/>
            </a:lvl9pPr>
          </a:lstStyle>
          <a:p>
            <a:endParaRPr/>
          </a:p>
        </p:txBody>
      </p:sp>
      <p:sp>
        <p:nvSpPr>
          <p:cNvPr id="69" name="Google Shape;69;p42"/>
          <p:cNvSpPr txBox="1">
            <a:spLocks noGrp="1"/>
          </p:cNvSpPr>
          <p:nvPr>
            <p:ph type="dt" idx="10"/>
          </p:nvPr>
        </p:nvSpPr>
        <p:spPr>
          <a:xfrm>
            <a:off x="7850727" y="6170491"/>
            <a:ext cx="2840083" cy="457200"/>
          </a:xfrm>
          <a:prstGeom prst="rect">
            <a:avLst/>
          </a:prstGeom>
          <a:noFill/>
          <a:ln>
            <a:noFill/>
          </a:ln>
        </p:spPr>
        <p:txBody>
          <a:bodyPr spcFirstLastPara="1" wrap="square" lIns="109725" tIns="109725" rIns="109725" bIns="914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2"/>
          <p:cNvSpPr txBox="1">
            <a:spLocks noGrp="1"/>
          </p:cNvSpPr>
          <p:nvPr>
            <p:ph type="ftr" idx="11"/>
          </p:nvPr>
        </p:nvSpPr>
        <p:spPr>
          <a:xfrm>
            <a:off x="1920240" y="6170490"/>
            <a:ext cx="5667375" cy="457200"/>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42"/>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marR="0" lvl="0"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1pPr>
            <a:lvl2pPr marL="0" marR="0" lvl="1"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2pPr>
            <a:lvl3pPr marL="0" marR="0" lvl="2"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3pPr>
            <a:lvl4pPr marL="0" marR="0" lvl="3"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4pPr>
            <a:lvl5pPr marL="0" marR="0" lvl="4"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5pPr>
            <a:lvl6pPr marL="0" marR="0" lvl="5"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6pPr>
            <a:lvl7pPr marL="0" marR="0" lvl="6"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7pPr>
            <a:lvl8pPr marL="0" marR="0" lvl="7"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8pPr>
            <a:lvl9pPr marL="0" marR="0" lvl="8"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9pPr>
          </a:lstStyle>
          <a:p>
            <a:pPr marL="0" lvl="0" indent="0" algn="l" rtl="0">
              <a:spcBef>
                <a:spcPts val="0"/>
              </a:spcBef>
              <a:spcAft>
                <a:spcPts val="0"/>
              </a:spcAft>
              <a:buNone/>
            </a:pPr>
            <a:fld id="{00000000-1234-1234-1234-123412341234}" type="slidenum">
              <a:rPr lang="en-GB"/>
              <a:t>‹#›</a:t>
            </a:fld>
            <a:endParaRPr/>
          </a:p>
        </p:txBody>
      </p:sp>
      <p:sp>
        <p:nvSpPr>
          <p:cNvPr id="72" name="Google Shape;72;p42"/>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lvl1pPr lvl="0" algn="l">
              <a:lnSpc>
                <a:spcPct val="13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3"/>
        <p:cNvGrpSpPr/>
        <p:nvPr/>
      </p:nvGrpSpPr>
      <p:grpSpPr>
        <a:xfrm>
          <a:off x="0" y="0"/>
          <a:ext cx="0" cy="0"/>
          <a:chOff x="0" y="0"/>
          <a:chExt cx="0" cy="0"/>
        </a:xfrm>
      </p:grpSpPr>
      <p:sp>
        <p:nvSpPr>
          <p:cNvPr id="74" name="Google Shape;74;p43"/>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lvl1pPr lvl="0" algn="l">
              <a:lnSpc>
                <a:spcPct val="13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43"/>
          <p:cNvSpPr txBox="1">
            <a:spLocks noGrp="1"/>
          </p:cNvSpPr>
          <p:nvPr>
            <p:ph type="dt" idx="10"/>
          </p:nvPr>
        </p:nvSpPr>
        <p:spPr>
          <a:xfrm>
            <a:off x="7850727" y="6170491"/>
            <a:ext cx="2840083" cy="457200"/>
          </a:xfrm>
          <a:prstGeom prst="rect">
            <a:avLst/>
          </a:prstGeom>
          <a:noFill/>
          <a:ln>
            <a:noFill/>
          </a:ln>
        </p:spPr>
        <p:txBody>
          <a:bodyPr spcFirstLastPara="1" wrap="square" lIns="109725" tIns="109725" rIns="109725" bIns="914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3"/>
          <p:cNvSpPr txBox="1">
            <a:spLocks noGrp="1"/>
          </p:cNvSpPr>
          <p:nvPr>
            <p:ph type="ftr" idx="11"/>
          </p:nvPr>
        </p:nvSpPr>
        <p:spPr>
          <a:xfrm>
            <a:off x="1920240" y="6170490"/>
            <a:ext cx="5667375" cy="457200"/>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3"/>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marR="0" lvl="0"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1pPr>
            <a:lvl2pPr marL="0" marR="0" lvl="1"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2pPr>
            <a:lvl3pPr marL="0" marR="0" lvl="2"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3pPr>
            <a:lvl4pPr marL="0" marR="0" lvl="3"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4pPr>
            <a:lvl5pPr marL="0" marR="0" lvl="4"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5pPr>
            <a:lvl6pPr marL="0" marR="0" lvl="5"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6pPr>
            <a:lvl7pPr marL="0" marR="0" lvl="6"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7pPr>
            <a:lvl8pPr marL="0" marR="0" lvl="7"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8pPr>
            <a:lvl9pPr marL="0" marR="0" lvl="8"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8"/>
        <p:cNvGrpSpPr/>
        <p:nvPr/>
      </p:nvGrpSpPr>
      <p:grpSpPr>
        <a:xfrm>
          <a:off x="0" y="0"/>
          <a:ext cx="0" cy="0"/>
          <a:chOff x="0" y="0"/>
          <a:chExt cx="0" cy="0"/>
        </a:xfrm>
      </p:grpSpPr>
      <p:sp>
        <p:nvSpPr>
          <p:cNvPr id="79" name="Google Shape;79;p44"/>
          <p:cNvSpPr txBox="1">
            <a:spLocks noGrp="1"/>
          </p:cNvSpPr>
          <p:nvPr>
            <p:ph type="title"/>
          </p:nvPr>
        </p:nvSpPr>
        <p:spPr>
          <a:xfrm>
            <a:off x="8476488" y="640080"/>
            <a:ext cx="3227715" cy="2551751"/>
          </a:xfrm>
          <a:prstGeom prst="rect">
            <a:avLst/>
          </a:prstGeom>
          <a:noFill/>
          <a:ln>
            <a:noFill/>
          </a:ln>
        </p:spPr>
        <p:txBody>
          <a:bodyPr spcFirstLastPara="1" wrap="square" lIns="109725" tIns="109725" rIns="109725" bIns="91425" anchor="b" anchorCtr="0">
            <a:normAutofit/>
          </a:bodyPr>
          <a:lstStyle>
            <a:lvl1pPr lvl="0" algn="l">
              <a:lnSpc>
                <a:spcPct val="104000"/>
              </a:lnSpc>
              <a:spcBef>
                <a:spcPts val="0"/>
              </a:spcBef>
              <a:spcAft>
                <a:spcPts val="0"/>
              </a:spcAft>
              <a:buClr>
                <a:srgbClr val="3F3F3F"/>
              </a:buClr>
              <a:buSzPts val="3400"/>
              <a:buFont typeface="Meiryo"/>
              <a:buNone/>
              <a:defRPr sz="3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4"/>
          <p:cNvSpPr txBox="1">
            <a:spLocks noGrp="1"/>
          </p:cNvSpPr>
          <p:nvPr>
            <p:ph type="body" idx="1"/>
          </p:nvPr>
        </p:nvSpPr>
        <p:spPr>
          <a:xfrm>
            <a:off x="1280160" y="640080"/>
            <a:ext cx="6949440" cy="5455919"/>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2000"/>
              <a:buNone/>
              <a:defRPr sz="2000"/>
            </a:lvl1pPr>
            <a:lvl2pPr marL="914400" lvl="1" indent="-228600" algn="l">
              <a:lnSpc>
                <a:spcPct val="140000"/>
              </a:lnSpc>
              <a:spcBef>
                <a:spcPts val="930"/>
              </a:spcBef>
              <a:spcAft>
                <a:spcPts val="0"/>
              </a:spcAft>
              <a:buClr>
                <a:srgbClr val="3F3F3F"/>
              </a:buClr>
              <a:buSzPts val="1800"/>
              <a:buNone/>
              <a:defRPr sz="1800"/>
            </a:lvl2pPr>
            <a:lvl3pPr marL="1371600" lvl="2" indent="-330200" algn="l">
              <a:lnSpc>
                <a:spcPct val="140000"/>
              </a:lnSpc>
              <a:spcBef>
                <a:spcPts val="930"/>
              </a:spcBef>
              <a:spcAft>
                <a:spcPts val="0"/>
              </a:spcAft>
              <a:buClr>
                <a:srgbClr val="3F3F3F"/>
              </a:buClr>
              <a:buSzPts val="1600"/>
              <a:buChar char="–"/>
              <a:defRPr sz="1600"/>
            </a:lvl3pPr>
            <a:lvl4pPr marL="1828800" lvl="3" indent="-317500" algn="l">
              <a:lnSpc>
                <a:spcPct val="140000"/>
              </a:lnSpc>
              <a:spcBef>
                <a:spcPts val="930"/>
              </a:spcBef>
              <a:spcAft>
                <a:spcPts val="0"/>
              </a:spcAft>
              <a:buClr>
                <a:srgbClr val="3F3F3F"/>
              </a:buClr>
              <a:buSzPts val="1400"/>
              <a:buChar char="–"/>
              <a:defRPr sz="1400"/>
            </a:lvl4pPr>
            <a:lvl5pPr marL="2286000" lvl="4" indent="-317500" algn="l">
              <a:lnSpc>
                <a:spcPct val="140000"/>
              </a:lnSpc>
              <a:spcBef>
                <a:spcPts val="930"/>
              </a:spcBef>
              <a:spcAft>
                <a:spcPts val="0"/>
              </a:spcAft>
              <a:buClr>
                <a:srgbClr val="3F3F3F"/>
              </a:buClr>
              <a:buSzPts val="1400"/>
              <a:buChar char="–"/>
              <a:defRPr sz="1400"/>
            </a:lvl5pPr>
            <a:lvl6pPr marL="2743200" lvl="5" indent="-317500" algn="l">
              <a:lnSpc>
                <a:spcPct val="111000"/>
              </a:lnSpc>
              <a:spcBef>
                <a:spcPts val="930"/>
              </a:spcBef>
              <a:spcAft>
                <a:spcPts val="0"/>
              </a:spcAft>
              <a:buClr>
                <a:srgbClr val="4843C1"/>
              </a:buClr>
              <a:buSzPts val="1400"/>
              <a:buChar char="–"/>
              <a:defRPr sz="1400"/>
            </a:lvl6pPr>
            <a:lvl7pPr marL="3200400" lvl="6" indent="-317500" algn="l">
              <a:lnSpc>
                <a:spcPct val="111000"/>
              </a:lnSpc>
              <a:spcBef>
                <a:spcPts val="930"/>
              </a:spcBef>
              <a:spcAft>
                <a:spcPts val="0"/>
              </a:spcAft>
              <a:buClr>
                <a:srgbClr val="4843C1"/>
              </a:buClr>
              <a:buSzPts val="1400"/>
              <a:buChar char="–"/>
              <a:defRPr sz="1400"/>
            </a:lvl7pPr>
            <a:lvl8pPr marL="3657600" lvl="7" indent="-317500" algn="l">
              <a:lnSpc>
                <a:spcPct val="111000"/>
              </a:lnSpc>
              <a:spcBef>
                <a:spcPts val="930"/>
              </a:spcBef>
              <a:spcAft>
                <a:spcPts val="0"/>
              </a:spcAft>
              <a:buClr>
                <a:srgbClr val="4843C1"/>
              </a:buClr>
              <a:buSzPts val="1400"/>
              <a:buChar char="–"/>
              <a:defRPr sz="1400"/>
            </a:lvl8pPr>
            <a:lvl9pPr marL="4114800" lvl="8" indent="-317500" algn="l">
              <a:lnSpc>
                <a:spcPct val="111000"/>
              </a:lnSpc>
              <a:spcBef>
                <a:spcPts val="930"/>
              </a:spcBef>
              <a:spcAft>
                <a:spcPts val="0"/>
              </a:spcAft>
              <a:buClr>
                <a:srgbClr val="4843C1"/>
              </a:buClr>
              <a:buSzPts val="1400"/>
              <a:buChar char="–"/>
              <a:defRPr sz="1400"/>
            </a:lvl9pPr>
          </a:lstStyle>
          <a:p>
            <a:endParaRPr/>
          </a:p>
        </p:txBody>
      </p:sp>
      <p:sp>
        <p:nvSpPr>
          <p:cNvPr id="81" name="Google Shape;81;p44"/>
          <p:cNvSpPr txBox="1">
            <a:spLocks noGrp="1"/>
          </p:cNvSpPr>
          <p:nvPr>
            <p:ph type="body" idx="2"/>
          </p:nvPr>
        </p:nvSpPr>
        <p:spPr>
          <a:xfrm>
            <a:off x="8476488" y="3223803"/>
            <a:ext cx="3227715" cy="2872197"/>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1400"/>
              </a:spcBef>
              <a:spcAft>
                <a:spcPts val="0"/>
              </a:spcAft>
              <a:buClr>
                <a:srgbClr val="3F3F3F"/>
              </a:buClr>
              <a:buSzPts val="1600"/>
              <a:buNone/>
              <a:defRPr sz="1600"/>
            </a:lvl1pPr>
            <a:lvl2pPr marL="914400" lvl="1" indent="-228600" algn="l">
              <a:lnSpc>
                <a:spcPct val="140000"/>
              </a:lnSpc>
              <a:spcBef>
                <a:spcPts val="930"/>
              </a:spcBef>
              <a:spcAft>
                <a:spcPts val="0"/>
              </a:spcAft>
              <a:buClr>
                <a:srgbClr val="3F3F3F"/>
              </a:buClr>
              <a:buSzPts val="1400"/>
              <a:buNone/>
              <a:defRPr sz="1400"/>
            </a:lvl2pPr>
            <a:lvl3pPr marL="1371600" lvl="2" indent="-228600" algn="l">
              <a:lnSpc>
                <a:spcPct val="140000"/>
              </a:lnSpc>
              <a:spcBef>
                <a:spcPts val="930"/>
              </a:spcBef>
              <a:spcAft>
                <a:spcPts val="0"/>
              </a:spcAft>
              <a:buClr>
                <a:srgbClr val="3F3F3F"/>
              </a:buClr>
              <a:buSzPts val="1200"/>
              <a:buNone/>
              <a:defRPr sz="1200"/>
            </a:lvl3pPr>
            <a:lvl4pPr marL="1828800" lvl="3" indent="-228600" algn="l">
              <a:lnSpc>
                <a:spcPct val="140000"/>
              </a:lnSpc>
              <a:spcBef>
                <a:spcPts val="930"/>
              </a:spcBef>
              <a:spcAft>
                <a:spcPts val="0"/>
              </a:spcAft>
              <a:buClr>
                <a:srgbClr val="3F3F3F"/>
              </a:buClr>
              <a:buSzPts val="1000"/>
              <a:buNone/>
              <a:defRPr sz="1000"/>
            </a:lvl4pPr>
            <a:lvl5pPr marL="2286000" lvl="4" indent="-228600" algn="l">
              <a:lnSpc>
                <a:spcPct val="140000"/>
              </a:lnSpc>
              <a:spcBef>
                <a:spcPts val="930"/>
              </a:spcBef>
              <a:spcAft>
                <a:spcPts val="0"/>
              </a:spcAft>
              <a:buClr>
                <a:srgbClr val="3F3F3F"/>
              </a:buClr>
              <a:buSzPts val="1000"/>
              <a:buNone/>
              <a:defRPr sz="1000"/>
            </a:lvl5pPr>
            <a:lvl6pPr marL="2743200" lvl="5" indent="-228600" algn="l">
              <a:lnSpc>
                <a:spcPct val="111000"/>
              </a:lnSpc>
              <a:spcBef>
                <a:spcPts val="930"/>
              </a:spcBef>
              <a:spcAft>
                <a:spcPts val="0"/>
              </a:spcAft>
              <a:buClr>
                <a:srgbClr val="4843C1"/>
              </a:buClr>
              <a:buSzPts val="1000"/>
              <a:buNone/>
              <a:defRPr sz="1000"/>
            </a:lvl6pPr>
            <a:lvl7pPr marL="3200400" lvl="6" indent="-228600" algn="l">
              <a:lnSpc>
                <a:spcPct val="111000"/>
              </a:lnSpc>
              <a:spcBef>
                <a:spcPts val="930"/>
              </a:spcBef>
              <a:spcAft>
                <a:spcPts val="0"/>
              </a:spcAft>
              <a:buClr>
                <a:srgbClr val="4843C1"/>
              </a:buClr>
              <a:buSzPts val="1000"/>
              <a:buNone/>
              <a:defRPr sz="1000"/>
            </a:lvl7pPr>
            <a:lvl8pPr marL="3657600" lvl="7" indent="-228600" algn="l">
              <a:lnSpc>
                <a:spcPct val="111000"/>
              </a:lnSpc>
              <a:spcBef>
                <a:spcPts val="930"/>
              </a:spcBef>
              <a:spcAft>
                <a:spcPts val="0"/>
              </a:spcAft>
              <a:buClr>
                <a:srgbClr val="4843C1"/>
              </a:buClr>
              <a:buSzPts val="1000"/>
              <a:buNone/>
              <a:defRPr sz="1000"/>
            </a:lvl8pPr>
            <a:lvl9pPr marL="4114800" lvl="8" indent="-228600" algn="l">
              <a:lnSpc>
                <a:spcPct val="111000"/>
              </a:lnSpc>
              <a:spcBef>
                <a:spcPts val="930"/>
              </a:spcBef>
              <a:spcAft>
                <a:spcPts val="0"/>
              </a:spcAft>
              <a:buClr>
                <a:srgbClr val="4843C1"/>
              </a:buClr>
              <a:buSzPts val="1000"/>
              <a:buNone/>
              <a:defRPr sz="1000"/>
            </a:lvl9pPr>
          </a:lstStyle>
          <a:p>
            <a:endParaRPr/>
          </a:p>
        </p:txBody>
      </p:sp>
      <p:sp>
        <p:nvSpPr>
          <p:cNvPr id="82" name="Google Shape;82;p44"/>
          <p:cNvSpPr txBox="1">
            <a:spLocks noGrp="1"/>
          </p:cNvSpPr>
          <p:nvPr>
            <p:ph type="dt" idx="10"/>
          </p:nvPr>
        </p:nvSpPr>
        <p:spPr>
          <a:xfrm>
            <a:off x="8476488" y="6170491"/>
            <a:ext cx="2214322" cy="457200"/>
          </a:xfrm>
          <a:prstGeom prst="rect">
            <a:avLst/>
          </a:prstGeom>
          <a:noFill/>
          <a:ln>
            <a:noFill/>
          </a:ln>
        </p:spPr>
        <p:txBody>
          <a:bodyPr spcFirstLastPara="1" wrap="square" lIns="109725" tIns="109725" rIns="109725" bIns="914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4"/>
          <p:cNvSpPr txBox="1">
            <a:spLocks noGrp="1"/>
          </p:cNvSpPr>
          <p:nvPr>
            <p:ph type="ftr" idx="11"/>
          </p:nvPr>
        </p:nvSpPr>
        <p:spPr>
          <a:xfrm>
            <a:off x="1280160" y="6170490"/>
            <a:ext cx="6949440" cy="457200"/>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44"/>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marR="0" lvl="0"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1pPr>
            <a:lvl2pPr marL="0" marR="0" lvl="1"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2pPr>
            <a:lvl3pPr marL="0" marR="0" lvl="2"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3pPr>
            <a:lvl4pPr marL="0" marR="0" lvl="3"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4pPr>
            <a:lvl5pPr marL="0" marR="0" lvl="4"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5pPr>
            <a:lvl6pPr marL="0" marR="0" lvl="5"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6pPr>
            <a:lvl7pPr marL="0" marR="0" lvl="6"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7pPr>
            <a:lvl8pPr marL="0" marR="0" lvl="7"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8pPr>
            <a:lvl9pPr marL="0" marR="0" lvl="8"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5"/>
        <p:cNvGrpSpPr/>
        <p:nvPr/>
      </p:nvGrpSpPr>
      <p:grpSpPr>
        <a:xfrm>
          <a:off x="0" y="0"/>
          <a:ext cx="0" cy="0"/>
          <a:chOff x="0" y="0"/>
          <a:chExt cx="0" cy="0"/>
        </a:xfrm>
      </p:grpSpPr>
      <p:sp>
        <p:nvSpPr>
          <p:cNvPr id="86" name="Google Shape;86;p45"/>
          <p:cNvSpPr>
            <a:spLocks noGrp="1"/>
          </p:cNvSpPr>
          <p:nvPr>
            <p:ph type="pic" idx="2"/>
          </p:nvPr>
        </p:nvSpPr>
        <p:spPr>
          <a:xfrm>
            <a:off x="0" y="0"/>
            <a:ext cx="8102651" cy="6857999"/>
          </a:xfrm>
          <a:prstGeom prst="rect">
            <a:avLst/>
          </a:prstGeom>
          <a:solidFill>
            <a:srgbClr val="D3D3C8"/>
          </a:solidFill>
          <a:ln>
            <a:noFill/>
          </a:ln>
        </p:spPr>
      </p:sp>
      <p:sp>
        <p:nvSpPr>
          <p:cNvPr id="87" name="Google Shape;87;p45"/>
          <p:cNvSpPr txBox="1">
            <a:spLocks noGrp="1"/>
          </p:cNvSpPr>
          <p:nvPr>
            <p:ph type="title"/>
          </p:nvPr>
        </p:nvSpPr>
        <p:spPr>
          <a:xfrm>
            <a:off x="8476488" y="1503910"/>
            <a:ext cx="3230625" cy="1687924"/>
          </a:xfrm>
          <a:prstGeom prst="rect">
            <a:avLst/>
          </a:prstGeom>
          <a:noFill/>
          <a:ln>
            <a:noFill/>
          </a:ln>
        </p:spPr>
        <p:txBody>
          <a:bodyPr spcFirstLastPara="1" wrap="square" lIns="109725" tIns="109725" rIns="109725" bIns="91425" anchor="b" anchorCtr="0">
            <a:noAutofit/>
          </a:bodyPr>
          <a:lstStyle>
            <a:lvl1pPr lvl="0" algn="l">
              <a:lnSpc>
                <a:spcPct val="104000"/>
              </a:lnSpc>
              <a:spcBef>
                <a:spcPts val="0"/>
              </a:spcBef>
              <a:spcAft>
                <a:spcPts val="0"/>
              </a:spcAft>
              <a:buClr>
                <a:srgbClr val="3F3F3F"/>
              </a:buClr>
              <a:buSzPts val="3400"/>
              <a:buFont typeface="Meiryo"/>
              <a:buNone/>
              <a:defRPr sz="3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45"/>
          <p:cNvSpPr txBox="1">
            <a:spLocks noGrp="1"/>
          </p:cNvSpPr>
          <p:nvPr>
            <p:ph type="body" idx="1"/>
          </p:nvPr>
        </p:nvSpPr>
        <p:spPr>
          <a:xfrm>
            <a:off x="8476488" y="3223806"/>
            <a:ext cx="3227832" cy="2872194"/>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1400"/>
              </a:spcBef>
              <a:spcAft>
                <a:spcPts val="0"/>
              </a:spcAft>
              <a:buClr>
                <a:srgbClr val="3F3F3F"/>
              </a:buClr>
              <a:buSzPts val="1600"/>
              <a:buNone/>
              <a:defRPr sz="1600"/>
            </a:lvl1pPr>
            <a:lvl2pPr marL="914400" lvl="1" indent="-228600" algn="l">
              <a:lnSpc>
                <a:spcPct val="140000"/>
              </a:lnSpc>
              <a:spcBef>
                <a:spcPts val="930"/>
              </a:spcBef>
              <a:spcAft>
                <a:spcPts val="0"/>
              </a:spcAft>
              <a:buClr>
                <a:srgbClr val="3F3F3F"/>
              </a:buClr>
              <a:buSzPts val="1400"/>
              <a:buNone/>
              <a:defRPr sz="1400"/>
            </a:lvl2pPr>
            <a:lvl3pPr marL="1371600" lvl="2" indent="-228600" algn="l">
              <a:lnSpc>
                <a:spcPct val="140000"/>
              </a:lnSpc>
              <a:spcBef>
                <a:spcPts val="930"/>
              </a:spcBef>
              <a:spcAft>
                <a:spcPts val="0"/>
              </a:spcAft>
              <a:buClr>
                <a:srgbClr val="3F3F3F"/>
              </a:buClr>
              <a:buSzPts val="1200"/>
              <a:buNone/>
              <a:defRPr sz="1200"/>
            </a:lvl3pPr>
            <a:lvl4pPr marL="1828800" lvl="3" indent="-228600" algn="l">
              <a:lnSpc>
                <a:spcPct val="140000"/>
              </a:lnSpc>
              <a:spcBef>
                <a:spcPts val="930"/>
              </a:spcBef>
              <a:spcAft>
                <a:spcPts val="0"/>
              </a:spcAft>
              <a:buClr>
                <a:srgbClr val="3F3F3F"/>
              </a:buClr>
              <a:buSzPts val="1000"/>
              <a:buNone/>
              <a:defRPr sz="1000"/>
            </a:lvl4pPr>
            <a:lvl5pPr marL="2286000" lvl="4" indent="-228600" algn="l">
              <a:lnSpc>
                <a:spcPct val="140000"/>
              </a:lnSpc>
              <a:spcBef>
                <a:spcPts val="930"/>
              </a:spcBef>
              <a:spcAft>
                <a:spcPts val="0"/>
              </a:spcAft>
              <a:buClr>
                <a:srgbClr val="3F3F3F"/>
              </a:buClr>
              <a:buSzPts val="1000"/>
              <a:buNone/>
              <a:defRPr sz="1000"/>
            </a:lvl5pPr>
            <a:lvl6pPr marL="2743200" lvl="5" indent="-228600" algn="l">
              <a:lnSpc>
                <a:spcPct val="111000"/>
              </a:lnSpc>
              <a:spcBef>
                <a:spcPts val="930"/>
              </a:spcBef>
              <a:spcAft>
                <a:spcPts val="0"/>
              </a:spcAft>
              <a:buClr>
                <a:srgbClr val="4843C1"/>
              </a:buClr>
              <a:buSzPts val="1000"/>
              <a:buNone/>
              <a:defRPr sz="1000"/>
            </a:lvl6pPr>
            <a:lvl7pPr marL="3200400" lvl="6" indent="-228600" algn="l">
              <a:lnSpc>
                <a:spcPct val="111000"/>
              </a:lnSpc>
              <a:spcBef>
                <a:spcPts val="930"/>
              </a:spcBef>
              <a:spcAft>
                <a:spcPts val="0"/>
              </a:spcAft>
              <a:buClr>
                <a:srgbClr val="4843C1"/>
              </a:buClr>
              <a:buSzPts val="1000"/>
              <a:buNone/>
              <a:defRPr sz="1000"/>
            </a:lvl7pPr>
            <a:lvl8pPr marL="3657600" lvl="7" indent="-228600" algn="l">
              <a:lnSpc>
                <a:spcPct val="111000"/>
              </a:lnSpc>
              <a:spcBef>
                <a:spcPts val="930"/>
              </a:spcBef>
              <a:spcAft>
                <a:spcPts val="0"/>
              </a:spcAft>
              <a:buClr>
                <a:srgbClr val="4843C1"/>
              </a:buClr>
              <a:buSzPts val="1000"/>
              <a:buNone/>
              <a:defRPr sz="1000"/>
            </a:lvl8pPr>
            <a:lvl9pPr marL="4114800" lvl="8" indent="-228600" algn="l">
              <a:lnSpc>
                <a:spcPct val="111000"/>
              </a:lnSpc>
              <a:spcBef>
                <a:spcPts val="930"/>
              </a:spcBef>
              <a:spcAft>
                <a:spcPts val="0"/>
              </a:spcAft>
              <a:buClr>
                <a:srgbClr val="4843C1"/>
              </a:buClr>
              <a:buSzPts val="1000"/>
              <a:buNone/>
              <a:defRPr sz="1000"/>
            </a:lvl9pPr>
          </a:lstStyle>
          <a:p>
            <a:endParaRPr/>
          </a:p>
        </p:txBody>
      </p:sp>
      <p:sp>
        <p:nvSpPr>
          <p:cNvPr id="89" name="Google Shape;89;p45"/>
          <p:cNvSpPr txBox="1">
            <a:spLocks noGrp="1"/>
          </p:cNvSpPr>
          <p:nvPr>
            <p:ph type="dt" idx="10"/>
          </p:nvPr>
        </p:nvSpPr>
        <p:spPr>
          <a:xfrm>
            <a:off x="8476488" y="6170491"/>
            <a:ext cx="2214322" cy="457200"/>
          </a:xfrm>
          <a:prstGeom prst="rect">
            <a:avLst/>
          </a:prstGeom>
          <a:noFill/>
          <a:ln>
            <a:noFill/>
          </a:ln>
        </p:spPr>
        <p:txBody>
          <a:bodyPr spcFirstLastPara="1" wrap="square" lIns="109725" tIns="109725" rIns="109725" bIns="914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45"/>
          <p:cNvSpPr txBox="1">
            <a:spLocks noGrp="1"/>
          </p:cNvSpPr>
          <p:nvPr>
            <p:ph type="ftr" idx="11"/>
          </p:nvPr>
        </p:nvSpPr>
        <p:spPr>
          <a:xfrm>
            <a:off x="1280160" y="6170490"/>
            <a:ext cx="6464410" cy="457200"/>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b="1">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45"/>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marR="0" lvl="0"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1pPr>
            <a:lvl2pPr marL="0" marR="0" lvl="1"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2pPr>
            <a:lvl3pPr marL="0" marR="0" lvl="2"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3pPr>
            <a:lvl4pPr marL="0" marR="0" lvl="3"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4pPr>
            <a:lvl5pPr marL="0" marR="0" lvl="4"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5pPr>
            <a:lvl6pPr marL="0" marR="0" lvl="5"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6pPr>
            <a:lvl7pPr marL="0" marR="0" lvl="6"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7pPr>
            <a:lvl8pPr marL="0" marR="0" lvl="7"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8pPr>
            <a:lvl9pPr marL="0" marR="0" lvl="8"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2"/>
        <p:cNvGrpSpPr/>
        <p:nvPr/>
      </p:nvGrpSpPr>
      <p:grpSpPr>
        <a:xfrm>
          <a:off x="0" y="0"/>
          <a:ext cx="0" cy="0"/>
          <a:chOff x="0" y="0"/>
          <a:chExt cx="0" cy="0"/>
        </a:xfrm>
      </p:grpSpPr>
      <p:sp>
        <p:nvSpPr>
          <p:cNvPr id="93" name="Google Shape;93;p46"/>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lvl1pPr lvl="0" algn="l">
              <a:lnSpc>
                <a:spcPct val="13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46"/>
          <p:cNvSpPr txBox="1">
            <a:spLocks noGrp="1"/>
          </p:cNvSpPr>
          <p:nvPr>
            <p:ph type="body" idx="1"/>
          </p:nvPr>
        </p:nvSpPr>
        <p:spPr>
          <a:xfrm rot="5400000">
            <a:off x="4479774" y="-247258"/>
            <a:ext cx="3651504" cy="8770571"/>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1800"/>
              <a:buNone/>
              <a:defRPr/>
            </a:lvl1pPr>
            <a:lvl2pPr marL="914400" lvl="1" indent="-228600" algn="l">
              <a:lnSpc>
                <a:spcPct val="140000"/>
              </a:lnSpc>
              <a:spcBef>
                <a:spcPts val="930"/>
              </a:spcBef>
              <a:spcAft>
                <a:spcPts val="0"/>
              </a:spcAft>
              <a:buClr>
                <a:srgbClr val="3F3F3F"/>
              </a:buClr>
              <a:buSzPts val="1800"/>
              <a:buNone/>
              <a:defRPr/>
            </a:lvl2pPr>
            <a:lvl3pPr marL="1371600" lvl="2" indent="-342900" algn="l">
              <a:lnSpc>
                <a:spcPct val="140000"/>
              </a:lnSpc>
              <a:spcBef>
                <a:spcPts val="930"/>
              </a:spcBef>
              <a:spcAft>
                <a:spcPts val="0"/>
              </a:spcAft>
              <a:buClr>
                <a:srgbClr val="3F3F3F"/>
              </a:buClr>
              <a:buSzPts val="1800"/>
              <a:buChar char="–"/>
              <a:defRPr/>
            </a:lvl3pPr>
            <a:lvl4pPr marL="1828800" lvl="3" indent="-342900" algn="l">
              <a:lnSpc>
                <a:spcPct val="140000"/>
              </a:lnSpc>
              <a:spcBef>
                <a:spcPts val="930"/>
              </a:spcBef>
              <a:spcAft>
                <a:spcPts val="0"/>
              </a:spcAft>
              <a:buClr>
                <a:srgbClr val="3F3F3F"/>
              </a:buClr>
              <a:buSzPts val="1800"/>
              <a:buChar char="–"/>
              <a:defRPr/>
            </a:lvl4pPr>
            <a:lvl5pPr marL="2286000" lvl="4" indent="-342900" algn="l">
              <a:lnSpc>
                <a:spcPct val="140000"/>
              </a:lnSpc>
              <a:spcBef>
                <a:spcPts val="930"/>
              </a:spcBef>
              <a:spcAft>
                <a:spcPts val="0"/>
              </a:spcAft>
              <a:buClr>
                <a:srgbClr val="3F3F3F"/>
              </a:buClr>
              <a:buSzPts val="1800"/>
              <a:buChar char="–"/>
              <a:defRPr/>
            </a:lvl5pPr>
            <a:lvl6pPr marL="2743200" lvl="5" indent="-342900" algn="l">
              <a:lnSpc>
                <a:spcPct val="111000"/>
              </a:lnSpc>
              <a:spcBef>
                <a:spcPts val="930"/>
              </a:spcBef>
              <a:spcAft>
                <a:spcPts val="0"/>
              </a:spcAft>
              <a:buClr>
                <a:srgbClr val="4843C1"/>
              </a:buClr>
              <a:buSzPts val="1800"/>
              <a:buChar char="–"/>
              <a:defRPr/>
            </a:lvl6pPr>
            <a:lvl7pPr marL="3200400" lvl="6" indent="-342900" algn="l">
              <a:lnSpc>
                <a:spcPct val="111000"/>
              </a:lnSpc>
              <a:spcBef>
                <a:spcPts val="930"/>
              </a:spcBef>
              <a:spcAft>
                <a:spcPts val="0"/>
              </a:spcAft>
              <a:buClr>
                <a:srgbClr val="4843C1"/>
              </a:buClr>
              <a:buSzPts val="1800"/>
              <a:buChar char="–"/>
              <a:defRPr/>
            </a:lvl7pPr>
            <a:lvl8pPr marL="3657600" lvl="7" indent="-342900" algn="l">
              <a:lnSpc>
                <a:spcPct val="111000"/>
              </a:lnSpc>
              <a:spcBef>
                <a:spcPts val="930"/>
              </a:spcBef>
              <a:spcAft>
                <a:spcPts val="0"/>
              </a:spcAft>
              <a:buClr>
                <a:srgbClr val="4843C1"/>
              </a:buClr>
              <a:buSzPts val="1800"/>
              <a:buChar char="–"/>
              <a:defRPr/>
            </a:lvl8pPr>
            <a:lvl9pPr marL="4114800" lvl="8" indent="-342900" algn="l">
              <a:lnSpc>
                <a:spcPct val="111000"/>
              </a:lnSpc>
              <a:spcBef>
                <a:spcPts val="930"/>
              </a:spcBef>
              <a:spcAft>
                <a:spcPts val="0"/>
              </a:spcAft>
              <a:buClr>
                <a:srgbClr val="4843C1"/>
              </a:buClr>
              <a:buSzPts val="1800"/>
              <a:buChar char="–"/>
              <a:defRPr/>
            </a:lvl9pPr>
          </a:lstStyle>
          <a:p>
            <a:endParaRPr/>
          </a:p>
        </p:txBody>
      </p:sp>
      <p:sp>
        <p:nvSpPr>
          <p:cNvPr id="95" name="Google Shape;95;p46"/>
          <p:cNvSpPr txBox="1">
            <a:spLocks noGrp="1"/>
          </p:cNvSpPr>
          <p:nvPr>
            <p:ph type="dt" idx="10"/>
          </p:nvPr>
        </p:nvSpPr>
        <p:spPr>
          <a:xfrm>
            <a:off x="7850727" y="6170491"/>
            <a:ext cx="2840083" cy="457200"/>
          </a:xfrm>
          <a:prstGeom prst="rect">
            <a:avLst/>
          </a:prstGeom>
          <a:noFill/>
          <a:ln>
            <a:noFill/>
          </a:ln>
        </p:spPr>
        <p:txBody>
          <a:bodyPr spcFirstLastPara="1" wrap="square" lIns="109725" tIns="109725" rIns="109725" bIns="914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46"/>
          <p:cNvSpPr txBox="1">
            <a:spLocks noGrp="1"/>
          </p:cNvSpPr>
          <p:nvPr>
            <p:ph type="ftr" idx="11"/>
          </p:nvPr>
        </p:nvSpPr>
        <p:spPr>
          <a:xfrm>
            <a:off x="1920240" y="6170490"/>
            <a:ext cx="5667375" cy="457200"/>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46"/>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marR="0" lvl="0"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1pPr>
            <a:lvl2pPr marL="0" marR="0" lvl="1"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2pPr>
            <a:lvl3pPr marL="0" marR="0" lvl="2"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3pPr>
            <a:lvl4pPr marL="0" marR="0" lvl="3"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4pPr>
            <a:lvl5pPr marL="0" marR="0" lvl="4"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5pPr>
            <a:lvl6pPr marL="0" marR="0" lvl="5"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6pPr>
            <a:lvl7pPr marL="0" marR="0" lvl="6"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7pPr>
            <a:lvl8pPr marL="0" marR="0" lvl="7"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8pPr>
            <a:lvl9pPr marL="0" marR="0" lvl="8"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8"/>
        <p:cNvGrpSpPr/>
        <p:nvPr/>
      </p:nvGrpSpPr>
      <p:grpSpPr>
        <a:xfrm>
          <a:off x="0" y="0"/>
          <a:ext cx="0" cy="0"/>
          <a:chOff x="0" y="0"/>
          <a:chExt cx="0" cy="0"/>
        </a:xfrm>
      </p:grpSpPr>
      <p:sp>
        <p:nvSpPr>
          <p:cNvPr id="99" name="Google Shape;99;p47"/>
          <p:cNvSpPr txBox="1">
            <a:spLocks noGrp="1"/>
          </p:cNvSpPr>
          <p:nvPr>
            <p:ph type="title"/>
          </p:nvPr>
        </p:nvSpPr>
        <p:spPr>
          <a:xfrm rot="5400000">
            <a:off x="7393812" y="2391190"/>
            <a:ext cx="5339932" cy="1571626"/>
          </a:xfrm>
          <a:prstGeom prst="rect">
            <a:avLst/>
          </a:prstGeom>
          <a:noFill/>
          <a:ln>
            <a:noFill/>
          </a:ln>
        </p:spPr>
        <p:txBody>
          <a:bodyPr spcFirstLastPara="1" wrap="square" lIns="109725" tIns="109725" rIns="109725" bIns="91425" anchor="b" anchorCtr="0">
            <a:normAutofit/>
          </a:bodyPr>
          <a:lstStyle>
            <a:lvl1pPr lvl="0" algn="l">
              <a:lnSpc>
                <a:spcPct val="13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47"/>
          <p:cNvSpPr txBox="1">
            <a:spLocks noGrp="1"/>
          </p:cNvSpPr>
          <p:nvPr>
            <p:ph type="body" idx="1"/>
          </p:nvPr>
        </p:nvSpPr>
        <p:spPr>
          <a:xfrm rot="5400000">
            <a:off x="3252190" y="205883"/>
            <a:ext cx="5322596" cy="5959577"/>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1800"/>
              <a:buNone/>
              <a:defRPr/>
            </a:lvl1pPr>
            <a:lvl2pPr marL="914400" lvl="1" indent="-228600" algn="l">
              <a:lnSpc>
                <a:spcPct val="140000"/>
              </a:lnSpc>
              <a:spcBef>
                <a:spcPts val="930"/>
              </a:spcBef>
              <a:spcAft>
                <a:spcPts val="0"/>
              </a:spcAft>
              <a:buClr>
                <a:srgbClr val="3F3F3F"/>
              </a:buClr>
              <a:buSzPts val="1800"/>
              <a:buNone/>
              <a:defRPr/>
            </a:lvl2pPr>
            <a:lvl3pPr marL="1371600" lvl="2" indent="-342900" algn="l">
              <a:lnSpc>
                <a:spcPct val="140000"/>
              </a:lnSpc>
              <a:spcBef>
                <a:spcPts val="930"/>
              </a:spcBef>
              <a:spcAft>
                <a:spcPts val="0"/>
              </a:spcAft>
              <a:buClr>
                <a:srgbClr val="3F3F3F"/>
              </a:buClr>
              <a:buSzPts val="1800"/>
              <a:buChar char="–"/>
              <a:defRPr/>
            </a:lvl3pPr>
            <a:lvl4pPr marL="1828800" lvl="3" indent="-342900" algn="l">
              <a:lnSpc>
                <a:spcPct val="140000"/>
              </a:lnSpc>
              <a:spcBef>
                <a:spcPts val="930"/>
              </a:spcBef>
              <a:spcAft>
                <a:spcPts val="0"/>
              </a:spcAft>
              <a:buClr>
                <a:srgbClr val="3F3F3F"/>
              </a:buClr>
              <a:buSzPts val="1800"/>
              <a:buChar char="–"/>
              <a:defRPr/>
            </a:lvl4pPr>
            <a:lvl5pPr marL="2286000" lvl="4" indent="-342900" algn="l">
              <a:lnSpc>
                <a:spcPct val="140000"/>
              </a:lnSpc>
              <a:spcBef>
                <a:spcPts val="930"/>
              </a:spcBef>
              <a:spcAft>
                <a:spcPts val="0"/>
              </a:spcAft>
              <a:buClr>
                <a:srgbClr val="3F3F3F"/>
              </a:buClr>
              <a:buSzPts val="1800"/>
              <a:buChar char="–"/>
              <a:defRPr/>
            </a:lvl5pPr>
            <a:lvl6pPr marL="2743200" lvl="5" indent="-342900" algn="l">
              <a:lnSpc>
                <a:spcPct val="111000"/>
              </a:lnSpc>
              <a:spcBef>
                <a:spcPts val="930"/>
              </a:spcBef>
              <a:spcAft>
                <a:spcPts val="0"/>
              </a:spcAft>
              <a:buClr>
                <a:srgbClr val="4843C1"/>
              </a:buClr>
              <a:buSzPts val="1800"/>
              <a:buChar char="–"/>
              <a:defRPr/>
            </a:lvl6pPr>
            <a:lvl7pPr marL="3200400" lvl="6" indent="-342900" algn="l">
              <a:lnSpc>
                <a:spcPct val="111000"/>
              </a:lnSpc>
              <a:spcBef>
                <a:spcPts val="930"/>
              </a:spcBef>
              <a:spcAft>
                <a:spcPts val="0"/>
              </a:spcAft>
              <a:buClr>
                <a:srgbClr val="4843C1"/>
              </a:buClr>
              <a:buSzPts val="1800"/>
              <a:buChar char="–"/>
              <a:defRPr/>
            </a:lvl7pPr>
            <a:lvl8pPr marL="3657600" lvl="7" indent="-342900" algn="l">
              <a:lnSpc>
                <a:spcPct val="111000"/>
              </a:lnSpc>
              <a:spcBef>
                <a:spcPts val="930"/>
              </a:spcBef>
              <a:spcAft>
                <a:spcPts val="0"/>
              </a:spcAft>
              <a:buClr>
                <a:srgbClr val="4843C1"/>
              </a:buClr>
              <a:buSzPts val="1800"/>
              <a:buChar char="–"/>
              <a:defRPr/>
            </a:lvl8pPr>
            <a:lvl9pPr marL="4114800" lvl="8" indent="-342900" algn="l">
              <a:lnSpc>
                <a:spcPct val="111000"/>
              </a:lnSpc>
              <a:spcBef>
                <a:spcPts val="930"/>
              </a:spcBef>
              <a:spcAft>
                <a:spcPts val="0"/>
              </a:spcAft>
              <a:buClr>
                <a:srgbClr val="4843C1"/>
              </a:buClr>
              <a:buSzPts val="1800"/>
              <a:buChar char="–"/>
              <a:defRPr/>
            </a:lvl9pPr>
          </a:lstStyle>
          <a:p>
            <a:endParaRPr/>
          </a:p>
        </p:txBody>
      </p:sp>
      <p:sp>
        <p:nvSpPr>
          <p:cNvPr id="101" name="Google Shape;101;p47"/>
          <p:cNvSpPr txBox="1">
            <a:spLocks noGrp="1"/>
          </p:cNvSpPr>
          <p:nvPr>
            <p:ph type="dt" idx="10"/>
          </p:nvPr>
        </p:nvSpPr>
        <p:spPr>
          <a:xfrm>
            <a:off x="9277965" y="6296615"/>
            <a:ext cx="2505996" cy="365125"/>
          </a:xfrm>
          <a:prstGeom prst="rect">
            <a:avLst/>
          </a:prstGeom>
          <a:noFill/>
          <a:ln>
            <a:noFill/>
          </a:ln>
        </p:spPr>
        <p:txBody>
          <a:bodyPr spcFirstLastPara="1" wrap="square" lIns="109725" tIns="109725" rIns="109725" bIns="914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47"/>
          <p:cNvSpPr txBox="1">
            <a:spLocks noGrp="1"/>
          </p:cNvSpPr>
          <p:nvPr>
            <p:ph type="ftr" idx="11"/>
          </p:nvPr>
        </p:nvSpPr>
        <p:spPr>
          <a:xfrm>
            <a:off x="2933699" y="6296615"/>
            <a:ext cx="5959577"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7"/>
          <p:cNvSpPr txBox="1">
            <a:spLocks noGrp="1"/>
          </p:cNvSpPr>
          <p:nvPr>
            <p:ph type="sldNum" idx="12"/>
          </p:nvPr>
        </p:nvSpPr>
        <p:spPr>
          <a:xfrm rot="5400000">
            <a:off x="8734643" y="2853201"/>
            <a:ext cx="5383267" cy="604269"/>
          </a:xfrm>
          <a:prstGeom prst="rect">
            <a:avLst/>
          </a:prstGeom>
          <a:noFill/>
          <a:ln>
            <a:noFill/>
          </a:ln>
        </p:spPr>
        <p:txBody>
          <a:bodyPr spcFirstLastPara="1" wrap="square" lIns="109725" tIns="109725" rIns="109725" bIns="91425" anchor="b" anchorCtr="0">
            <a:noAutofit/>
          </a:bodyPr>
          <a:lstStyle>
            <a:lvl1pPr marL="0" marR="0" lvl="0"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1pPr>
            <a:lvl2pPr marL="0" marR="0" lvl="1"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2pPr>
            <a:lvl3pPr marL="0" marR="0" lvl="2"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3pPr>
            <a:lvl4pPr marL="0" marR="0" lvl="3"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4pPr>
            <a:lvl5pPr marL="0" marR="0" lvl="4"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5pPr>
            <a:lvl6pPr marL="0" marR="0" lvl="5"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6pPr>
            <a:lvl7pPr marL="0" marR="0" lvl="6"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7pPr>
            <a:lvl8pPr marL="0" marR="0" lvl="7"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8pPr>
            <a:lvl9pPr marL="0" marR="0" lvl="8" indent="0" algn="l">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9pPr>
          </a:lstStyle>
          <a:p>
            <a:pPr marL="0" lvl="0" indent="0" algn="l" rtl="0">
              <a:spcBef>
                <a:spcPts val="0"/>
              </a:spcBef>
              <a:spcAft>
                <a:spcPts val="0"/>
              </a:spcAft>
              <a:buNone/>
            </a:pPr>
            <a:fld id="{00000000-1234-1234-1234-123412341234}" type="slidenum">
              <a:rPr lang="en-GB"/>
              <a:t>‹#›</a:t>
            </a:fld>
            <a:endParaRPr/>
          </a:p>
        </p:txBody>
      </p:sp>
      <p:cxnSp>
        <p:nvCxnSpPr>
          <p:cNvPr id="104" name="Google Shape;104;p47" title="Rule Line"/>
          <p:cNvCxnSpPr/>
          <p:nvPr/>
        </p:nvCxnSpPr>
        <p:spPr>
          <a:xfrm>
            <a:off x="9111582" y="571502"/>
            <a:ext cx="0" cy="5275467"/>
          </a:xfrm>
          <a:prstGeom prst="straightConnector1">
            <a:avLst/>
          </a:prstGeom>
          <a:noFill/>
          <a:ln w="38100" cap="flat" cmpd="sng">
            <a:solidFill>
              <a:srgbClr val="595959"/>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sp>
        <p:nvSpPr>
          <p:cNvPr id="10" name="Google Shape;10;p36"/>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lvl1pPr marR="0" lvl="0" algn="l" rtl="0">
              <a:lnSpc>
                <a:spcPct val="130000"/>
              </a:lnSpc>
              <a:spcBef>
                <a:spcPts val="0"/>
              </a:spcBef>
              <a:spcAft>
                <a:spcPts val="0"/>
              </a:spcAft>
              <a:buClr>
                <a:srgbClr val="3F3F3F"/>
              </a:buClr>
              <a:buSzPts val="3200"/>
              <a:buFont typeface="Meiryo"/>
              <a:buNone/>
              <a:defRPr sz="3200" b="1" i="0" u="none" strike="noStrike" cap="none">
                <a:solidFill>
                  <a:srgbClr val="3F3F3F"/>
                </a:solidFill>
                <a:latin typeface="Meiryo"/>
                <a:ea typeface="Meiryo"/>
                <a:cs typeface="Meiryo"/>
                <a:sym typeface="Meiry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6"/>
          <p:cNvSpPr txBox="1">
            <a:spLocks noGrp="1"/>
          </p:cNvSpPr>
          <p:nvPr>
            <p:ph type="body" idx="1"/>
          </p:nvPr>
        </p:nvSpPr>
        <p:spPr>
          <a:xfrm>
            <a:off x="1920240" y="2312276"/>
            <a:ext cx="8770571" cy="3651504"/>
          </a:xfrm>
          <a:prstGeom prst="rect">
            <a:avLst/>
          </a:prstGeom>
          <a:noFill/>
          <a:ln>
            <a:noFill/>
          </a:ln>
        </p:spPr>
        <p:txBody>
          <a:bodyPr spcFirstLastPara="1" wrap="square" lIns="109725" tIns="109725" rIns="109725" bIns="91425" anchor="t" anchorCtr="0">
            <a:normAutofit/>
          </a:bodyPr>
          <a:lstStyle>
            <a:lvl1pPr marL="457200" marR="0" lvl="0" indent="-228600" algn="l" rtl="0">
              <a:lnSpc>
                <a:spcPct val="140000"/>
              </a:lnSpc>
              <a:spcBef>
                <a:spcPts val="930"/>
              </a:spcBef>
              <a:spcAft>
                <a:spcPts val="0"/>
              </a:spcAft>
              <a:buClr>
                <a:srgbClr val="3F3F3F"/>
              </a:buClr>
              <a:buSzPts val="1800"/>
              <a:buFont typeface="Corbel"/>
              <a:buNone/>
              <a:defRPr sz="1800" b="0" i="0" u="none" strike="noStrike" cap="none">
                <a:solidFill>
                  <a:srgbClr val="3F3F3F"/>
                </a:solidFill>
                <a:latin typeface="Meiryo"/>
                <a:ea typeface="Meiryo"/>
                <a:cs typeface="Meiryo"/>
                <a:sym typeface="Meiryo"/>
              </a:defRPr>
            </a:lvl1pPr>
            <a:lvl2pPr marL="914400" marR="0" lvl="1" indent="-228600" algn="l" rtl="0">
              <a:lnSpc>
                <a:spcPct val="140000"/>
              </a:lnSpc>
              <a:spcBef>
                <a:spcPts val="930"/>
              </a:spcBef>
              <a:spcAft>
                <a:spcPts val="0"/>
              </a:spcAft>
              <a:buClr>
                <a:srgbClr val="3F3F3F"/>
              </a:buClr>
              <a:buSzPts val="1600"/>
              <a:buFont typeface="Corbel"/>
              <a:buNone/>
              <a:defRPr sz="1600" b="0" i="0" u="none" strike="noStrike" cap="none">
                <a:solidFill>
                  <a:srgbClr val="3F3F3F"/>
                </a:solidFill>
                <a:latin typeface="Meiryo"/>
                <a:ea typeface="Meiryo"/>
                <a:cs typeface="Meiryo"/>
                <a:sym typeface="Meiryo"/>
              </a:defRPr>
            </a:lvl2pPr>
            <a:lvl3pPr marL="1371600" marR="0" lvl="2" indent="-317500" algn="l" rtl="0">
              <a:lnSpc>
                <a:spcPct val="140000"/>
              </a:lnSpc>
              <a:spcBef>
                <a:spcPts val="930"/>
              </a:spcBef>
              <a:spcAft>
                <a:spcPts val="0"/>
              </a:spcAft>
              <a:buClr>
                <a:srgbClr val="3F3F3F"/>
              </a:buClr>
              <a:buSzPts val="1400"/>
              <a:buFont typeface="Corbel"/>
              <a:buChar char="–"/>
              <a:defRPr sz="1400" b="0" i="1" u="none" strike="noStrike" cap="none">
                <a:solidFill>
                  <a:srgbClr val="3F3F3F"/>
                </a:solidFill>
                <a:latin typeface="Meiryo"/>
                <a:ea typeface="Meiryo"/>
                <a:cs typeface="Meiryo"/>
                <a:sym typeface="Meiryo"/>
              </a:defRPr>
            </a:lvl3pPr>
            <a:lvl4pPr marL="1828800" marR="0" lvl="3" indent="-317500" algn="l" rtl="0">
              <a:lnSpc>
                <a:spcPct val="140000"/>
              </a:lnSpc>
              <a:spcBef>
                <a:spcPts val="930"/>
              </a:spcBef>
              <a:spcAft>
                <a:spcPts val="0"/>
              </a:spcAft>
              <a:buClr>
                <a:srgbClr val="3F3F3F"/>
              </a:buClr>
              <a:buSzPts val="1400"/>
              <a:buFont typeface="Corbel"/>
              <a:buChar char="–"/>
              <a:defRPr sz="1400" b="0" i="0" u="none" strike="noStrike" cap="none">
                <a:solidFill>
                  <a:srgbClr val="3F3F3F"/>
                </a:solidFill>
                <a:latin typeface="Meiryo"/>
                <a:ea typeface="Meiryo"/>
                <a:cs typeface="Meiryo"/>
                <a:sym typeface="Meiryo"/>
              </a:defRPr>
            </a:lvl4pPr>
            <a:lvl5pPr marL="2286000" marR="0" lvl="4" indent="-317500" algn="l" rtl="0">
              <a:lnSpc>
                <a:spcPct val="140000"/>
              </a:lnSpc>
              <a:spcBef>
                <a:spcPts val="930"/>
              </a:spcBef>
              <a:spcAft>
                <a:spcPts val="0"/>
              </a:spcAft>
              <a:buClr>
                <a:srgbClr val="3F3F3F"/>
              </a:buClr>
              <a:buSzPts val="1400"/>
              <a:buFont typeface="Corbel"/>
              <a:buChar char="–"/>
              <a:defRPr sz="1400" b="0" i="1" u="none" strike="noStrike" cap="none">
                <a:solidFill>
                  <a:srgbClr val="3F3F3F"/>
                </a:solidFill>
                <a:latin typeface="Meiryo"/>
                <a:ea typeface="Meiryo"/>
                <a:cs typeface="Meiryo"/>
                <a:sym typeface="Meiryo"/>
              </a:defRPr>
            </a:lvl5pPr>
            <a:lvl6pPr marL="2743200" marR="0" lvl="5" indent="-317500" algn="l" rtl="0">
              <a:lnSpc>
                <a:spcPct val="111000"/>
              </a:lnSpc>
              <a:spcBef>
                <a:spcPts val="930"/>
              </a:spcBef>
              <a:spcAft>
                <a:spcPts val="0"/>
              </a:spcAft>
              <a:buClr>
                <a:srgbClr val="4843C1"/>
              </a:buClr>
              <a:buSzPts val="1400"/>
              <a:buFont typeface="Corbel"/>
              <a:buChar char="–"/>
              <a:defRPr sz="1400" b="0" i="0" u="none" strike="noStrike" cap="none">
                <a:solidFill>
                  <a:srgbClr val="4843C1"/>
                </a:solidFill>
                <a:latin typeface="Meiryo"/>
                <a:ea typeface="Meiryo"/>
                <a:cs typeface="Meiryo"/>
                <a:sym typeface="Meiryo"/>
              </a:defRPr>
            </a:lvl6pPr>
            <a:lvl7pPr marL="3200400" marR="0" lvl="6" indent="-317500" algn="l" rtl="0">
              <a:lnSpc>
                <a:spcPct val="111000"/>
              </a:lnSpc>
              <a:spcBef>
                <a:spcPts val="930"/>
              </a:spcBef>
              <a:spcAft>
                <a:spcPts val="0"/>
              </a:spcAft>
              <a:buClr>
                <a:srgbClr val="4843C1"/>
              </a:buClr>
              <a:buSzPts val="1400"/>
              <a:buFont typeface="Corbel"/>
              <a:buChar char="–"/>
              <a:defRPr sz="1400" b="0" i="1" u="none" strike="noStrike" cap="none">
                <a:solidFill>
                  <a:srgbClr val="4843C1"/>
                </a:solidFill>
                <a:latin typeface="Meiryo"/>
                <a:ea typeface="Meiryo"/>
                <a:cs typeface="Meiryo"/>
                <a:sym typeface="Meiryo"/>
              </a:defRPr>
            </a:lvl7pPr>
            <a:lvl8pPr marL="3657600" marR="0" lvl="7" indent="-317500" algn="l" rtl="0">
              <a:lnSpc>
                <a:spcPct val="111000"/>
              </a:lnSpc>
              <a:spcBef>
                <a:spcPts val="930"/>
              </a:spcBef>
              <a:spcAft>
                <a:spcPts val="0"/>
              </a:spcAft>
              <a:buClr>
                <a:srgbClr val="4843C1"/>
              </a:buClr>
              <a:buSzPts val="1400"/>
              <a:buFont typeface="Corbel"/>
              <a:buChar char="–"/>
              <a:defRPr sz="1400" b="0" i="0" u="none" strike="noStrike" cap="none">
                <a:solidFill>
                  <a:srgbClr val="4843C1"/>
                </a:solidFill>
                <a:latin typeface="Meiryo"/>
                <a:ea typeface="Meiryo"/>
                <a:cs typeface="Meiryo"/>
                <a:sym typeface="Meiryo"/>
              </a:defRPr>
            </a:lvl8pPr>
            <a:lvl9pPr marL="4114800" marR="0" lvl="8" indent="-317500" algn="l" rtl="0">
              <a:lnSpc>
                <a:spcPct val="111000"/>
              </a:lnSpc>
              <a:spcBef>
                <a:spcPts val="930"/>
              </a:spcBef>
              <a:spcAft>
                <a:spcPts val="0"/>
              </a:spcAft>
              <a:buClr>
                <a:srgbClr val="4843C1"/>
              </a:buClr>
              <a:buSzPts val="1400"/>
              <a:buFont typeface="Corbel"/>
              <a:buChar char="–"/>
              <a:defRPr sz="1400" b="0" i="1" u="none" strike="noStrike" cap="none">
                <a:solidFill>
                  <a:srgbClr val="4843C1"/>
                </a:solidFill>
                <a:latin typeface="Meiryo"/>
                <a:ea typeface="Meiryo"/>
                <a:cs typeface="Meiryo"/>
                <a:sym typeface="Meiryo"/>
              </a:defRPr>
            </a:lvl9pPr>
          </a:lstStyle>
          <a:p>
            <a:endParaRPr/>
          </a:p>
        </p:txBody>
      </p:sp>
      <p:sp>
        <p:nvSpPr>
          <p:cNvPr id="12" name="Google Shape;12;p36"/>
          <p:cNvSpPr txBox="1">
            <a:spLocks noGrp="1"/>
          </p:cNvSpPr>
          <p:nvPr>
            <p:ph type="dt" idx="10"/>
          </p:nvPr>
        </p:nvSpPr>
        <p:spPr>
          <a:xfrm>
            <a:off x="7850727" y="6170491"/>
            <a:ext cx="2840083" cy="457200"/>
          </a:xfrm>
          <a:prstGeom prst="rect">
            <a:avLst/>
          </a:prstGeom>
          <a:noFill/>
          <a:ln>
            <a:noFill/>
          </a:ln>
        </p:spPr>
        <p:txBody>
          <a:bodyPr spcFirstLastPara="1" wrap="square" lIns="109725" tIns="109725" rIns="109725" bIns="91425" anchor="ctr" anchorCtr="0">
            <a:noAutofit/>
          </a:bodyPr>
          <a:lstStyle>
            <a:lvl1pPr marR="0" lvl="0" algn="r" rtl="0">
              <a:lnSpc>
                <a:spcPct val="100000"/>
              </a:lnSpc>
              <a:spcBef>
                <a:spcPts val="0"/>
              </a:spcBef>
              <a:spcAft>
                <a:spcPts val="0"/>
              </a:spcAft>
              <a:buClr>
                <a:srgbClr val="000000"/>
              </a:buClr>
              <a:buSzPts val="1400"/>
              <a:buFont typeface="Arial"/>
              <a:buNone/>
              <a:defRPr sz="1100" b="0" i="0" u="none" strike="noStrike" cap="none">
                <a:solidFill>
                  <a:srgbClr val="3F3F3F"/>
                </a:solidFill>
                <a:latin typeface="Meiryo"/>
                <a:ea typeface="Meiryo"/>
                <a:cs typeface="Meiryo"/>
                <a:sym typeface="Meiry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9pPr>
          </a:lstStyle>
          <a:p>
            <a:endParaRPr/>
          </a:p>
        </p:txBody>
      </p:sp>
      <p:sp>
        <p:nvSpPr>
          <p:cNvPr id="13" name="Google Shape;13;p36"/>
          <p:cNvSpPr txBox="1">
            <a:spLocks noGrp="1"/>
          </p:cNvSpPr>
          <p:nvPr>
            <p:ph type="ftr" idx="11"/>
          </p:nvPr>
        </p:nvSpPr>
        <p:spPr>
          <a:xfrm>
            <a:off x="1920240" y="6170490"/>
            <a:ext cx="5667375" cy="457200"/>
          </a:xfrm>
          <a:prstGeom prst="rect">
            <a:avLst/>
          </a:prstGeom>
          <a:noFill/>
          <a:ln>
            <a:noFill/>
          </a:ln>
        </p:spPr>
        <p:txBody>
          <a:bodyPr spcFirstLastPara="1" wrap="square" lIns="109725" tIns="109725" rIns="109725" bIns="91425" anchor="ctr" anchorCtr="0">
            <a:no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3F3F3F"/>
                </a:solidFill>
                <a:latin typeface="Meiryo"/>
                <a:ea typeface="Meiryo"/>
                <a:cs typeface="Meiryo"/>
                <a:sym typeface="Meiry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eiryo"/>
                <a:ea typeface="Meiryo"/>
                <a:cs typeface="Meiryo"/>
                <a:sym typeface="Meiryo"/>
              </a:defRPr>
            </a:lvl9pPr>
          </a:lstStyle>
          <a:p>
            <a:endParaRPr/>
          </a:p>
        </p:txBody>
      </p:sp>
      <p:sp>
        <p:nvSpPr>
          <p:cNvPr id="14" name="Google Shape;14;p36"/>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rgbClr val="3F3F3F"/>
                </a:solidFill>
                <a:latin typeface="Meiryo"/>
                <a:ea typeface="Meiryo"/>
                <a:cs typeface="Meiryo"/>
                <a:sym typeface="Meiryo"/>
              </a:defRPr>
            </a:lvl9pPr>
          </a:lstStyle>
          <a:p>
            <a:pPr marL="0" lvl="0" indent="0" algn="l" rtl="0">
              <a:spcBef>
                <a:spcPts val="0"/>
              </a:spcBef>
              <a:spcAft>
                <a:spcPts val="0"/>
              </a:spcAft>
              <a:buNone/>
            </a:pPr>
            <a:fld id="{00000000-1234-1234-1234-123412341234}" type="slidenum">
              <a:rPr lang="en-GB"/>
              <a:t>‹#›</a:t>
            </a:fld>
            <a:endParaRPr/>
          </a:p>
        </p:txBody>
      </p:sp>
      <p:cxnSp>
        <p:nvCxnSpPr>
          <p:cNvPr id="15" name="Google Shape;15;p36" title="Rule Line"/>
          <p:cNvCxnSpPr/>
          <p:nvPr/>
        </p:nvCxnSpPr>
        <p:spPr>
          <a:xfrm>
            <a:off x="1920240" y="2176009"/>
            <a:ext cx="8770571" cy="0"/>
          </a:xfrm>
          <a:prstGeom prst="straightConnector1">
            <a:avLst/>
          </a:prstGeom>
          <a:noFill/>
          <a:ln w="25400"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www.infinitysupportswa.org/"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8.jpg"/><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www.ndiscommission.gov.au/rules-and-standards/behaviour-support-and-restrictive-practices/rules-behaviour-support-and"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08"/>
        <p:cNvGrpSpPr/>
        <p:nvPr/>
      </p:nvGrpSpPr>
      <p:grpSpPr>
        <a:xfrm>
          <a:off x="0" y="0"/>
          <a:ext cx="0" cy="0"/>
          <a:chOff x="0" y="0"/>
          <a:chExt cx="0" cy="0"/>
        </a:xfrm>
      </p:grpSpPr>
      <p:sp>
        <p:nvSpPr>
          <p:cNvPr id="109" name="Google Shape;109;p1"/>
          <p:cNvSpPr/>
          <p:nvPr/>
        </p:nvSpPr>
        <p:spPr>
          <a:xfrm>
            <a:off x="305"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pic>
        <p:nvPicPr>
          <p:cNvPr id="110" name="Google Shape;110;p1" descr="An abstract genetic concept"/>
          <p:cNvPicPr preferRelativeResize="0"/>
          <p:nvPr/>
        </p:nvPicPr>
        <p:blipFill rotWithShape="1">
          <a:blip r:embed="rId3">
            <a:alphaModFix/>
          </a:blip>
          <a:srcRect t="9104" r="2" b="1629"/>
          <a:stretch/>
        </p:blipFill>
        <p:spPr>
          <a:xfrm>
            <a:off x="4487333" y="10"/>
            <a:ext cx="7704667" cy="6877868"/>
          </a:xfrm>
          <a:custGeom>
            <a:avLst/>
            <a:gdLst/>
            <a:ahLst/>
            <a:cxnLst/>
            <a:rect l="l" t="t" r="r" b="b"/>
            <a:pathLst>
              <a:path w="7704667" h="6877878" extrusionOk="0">
                <a:moveTo>
                  <a:pt x="0" y="0"/>
                </a:moveTo>
                <a:lnTo>
                  <a:pt x="7704667" y="0"/>
                </a:lnTo>
                <a:lnTo>
                  <a:pt x="7704667" y="6877878"/>
                </a:lnTo>
                <a:lnTo>
                  <a:pt x="0" y="6877878"/>
                </a:lnTo>
                <a:lnTo>
                  <a:pt x="0" y="6867939"/>
                </a:lnTo>
                <a:lnTo>
                  <a:pt x="146217" y="6867939"/>
                </a:lnTo>
                <a:lnTo>
                  <a:pt x="252811" y="6795007"/>
                </a:lnTo>
                <a:cubicBezTo>
                  <a:pt x="428996" y="6667346"/>
                  <a:pt x="601946" y="6529451"/>
                  <a:pt x="776494" y="6388681"/>
                </a:cubicBezTo>
                <a:cubicBezTo>
                  <a:pt x="1734992" y="5615677"/>
                  <a:pt x="2676361" y="4981124"/>
                  <a:pt x="2676361" y="3631852"/>
                </a:cubicBezTo>
                <a:cubicBezTo>
                  <a:pt x="2676361" y="2101350"/>
                  <a:pt x="2094814" y="761014"/>
                  <a:pt x="1053668" y="20384"/>
                </a:cubicBezTo>
                <a:lnTo>
                  <a:pt x="1038069" y="9939"/>
                </a:lnTo>
                <a:lnTo>
                  <a:pt x="0" y="9939"/>
                </a:lnTo>
                <a:close/>
              </a:path>
            </a:pathLst>
          </a:custGeom>
          <a:noFill/>
          <a:ln>
            <a:noFill/>
          </a:ln>
        </p:spPr>
      </p:pic>
      <p:sp>
        <p:nvSpPr>
          <p:cNvPr id="111" name="Google Shape;111;p1"/>
          <p:cNvSpPr/>
          <p:nvPr/>
        </p:nvSpPr>
        <p:spPr>
          <a:xfrm>
            <a:off x="0" y="0"/>
            <a:ext cx="7475746" cy="6858000"/>
          </a:xfrm>
          <a:custGeom>
            <a:avLst/>
            <a:gdLst/>
            <a:ahLst/>
            <a:cxnLst/>
            <a:rect l="l" t="t" r="r" b="b"/>
            <a:pathLst>
              <a:path w="7475746" h="6858000" extrusionOk="0">
                <a:moveTo>
                  <a:pt x="0" y="0"/>
                </a:moveTo>
                <a:lnTo>
                  <a:pt x="5859459" y="0"/>
                </a:lnTo>
                <a:lnTo>
                  <a:pt x="5874848" y="10445"/>
                </a:lnTo>
                <a:cubicBezTo>
                  <a:pt x="6902010" y="751075"/>
                  <a:pt x="7475746" y="2091411"/>
                  <a:pt x="7475746" y="3621913"/>
                </a:cubicBezTo>
                <a:cubicBezTo>
                  <a:pt x="7475746" y="4971185"/>
                  <a:pt x="6547021" y="5605738"/>
                  <a:pt x="5601397" y="6378742"/>
                </a:cubicBezTo>
                <a:cubicBezTo>
                  <a:pt x="5429193" y="6519512"/>
                  <a:pt x="5258566" y="6657407"/>
                  <a:pt x="5084748" y="6785068"/>
                </a:cubicBezTo>
                <a:lnTo>
                  <a:pt x="4979585" y="6858000"/>
                </a:lnTo>
                <a:lnTo>
                  <a:pt x="0" y="6858000"/>
                </a:ln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eiryo"/>
              <a:ea typeface="Meiryo"/>
              <a:cs typeface="Meiryo"/>
              <a:sym typeface="Meiryo"/>
            </a:endParaRPr>
          </a:p>
        </p:txBody>
      </p:sp>
      <p:sp>
        <p:nvSpPr>
          <p:cNvPr id="112" name="Google Shape;112;p1"/>
          <p:cNvSpPr/>
          <p:nvPr/>
        </p:nvSpPr>
        <p:spPr>
          <a:xfrm>
            <a:off x="153" y="0"/>
            <a:ext cx="7283242" cy="6858000"/>
          </a:xfrm>
          <a:custGeom>
            <a:avLst/>
            <a:gdLst/>
            <a:ahLst/>
            <a:cxnLst/>
            <a:rect l="l" t="t" r="r" b="b"/>
            <a:pathLst>
              <a:path w="7163694" h="6858000" extrusionOk="0">
                <a:moveTo>
                  <a:pt x="0" y="0"/>
                </a:moveTo>
                <a:lnTo>
                  <a:pt x="5525402" y="0"/>
                </a:lnTo>
                <a:lnTo>
                  <a:pt x="5541001" y="10445"/>
                </a:lnTo>
                <a:cubicBezTo>
                  <a:pt x="6582147" y="751075"/>
                  <a:pt x="7163694" y="2091411"/>
                  <a:pt x="7163694" y="3621913"/>
                </a:cubicBezTo>
                <a:cubicBezTo>
                  <a:pt x="7163694" y="4971185"/>
                  <a:pt x="6222325" y="5605738"/>
                  <a:pt x="5263827" y="6378742"/>
                </a:cubicBezTo>
                <a:cubicBezTo>
                  <a:pt x="5089279" y="6519512"/>
                  <a:pt x="4916329" y="6657407"/>
                  <a:pt x="4740144" y="6785068"/>
                </a:cubicBezTo>
                <a:lnTo>
                  <a:pt x="4633550" y="6858000"/>
                </a:lnTo>
                <a:lnTo>
                  <a:pt x="0" y="6858000"/>
                </a:lnTo>
                <a:close/>
              </a:path>
            </a:pathLst>
          </a:cu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13" name="Google Shape;113;p1"/>
          <p:cNvSpPr/>
          <p:nvPr/>
        </p:nvSpPr>
        <p:spPr>
          <a:xfrm>
            <a:off x="5198368" y="0"/>
            <a:ext cx="2529723" cy="6858000"/>
          </a:xfrm>
          <a:custGeom>
            <a:avLst/>
            <a:gdLst/>
            <a:ahLst/>
            <a:cxnLst/>
            <a:rect l="l" t="t" r="r" b="b"/>
            <a:pathLst>
              <a:path w="2529723" h="6858000" extrusionOk="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14" name="Google Shape;114;p1"/>
          <p:cNvSpPr txBox="1">
            <a:spLocks noGrp="1"/>
          </p:cNvSpPr>
          <p:nvPr>
            <p:ph type="ctrTitle"/>
          </p:nvPr>
        </p:nvSpPr>
        <p:spPr>
          <a:xfrm>
            <a:off x="334330" y="376936"/>
            <a:ext cx="6248914" cy="1829551"/>
          </a:xfrm>
          <a:prstGeom prst="rect">
            <a:avLst/>
          </a:prstGeom>
          <a:noFill/>
          <a:ln>
            <a:noFill/>
          </a:ln>
        </p:spPr>
        <p:txBody>
          <a:bodyPr spcFirstLastPara="1" wrap="square" lIns="109725" tIns="109725" rIns="109725" bIns="91425" anchor="b" anchorCtr="0">
            <a:normAutofit/>
          </a:bodyPr>
          <a:lstStyle/>
          <a:p>
            <a:pPr marL="0" lvl="0" indent="0" algn="l" rtl="0">
              <a:lnSpc>
                <a:spcPct val="120000"/>
              </a:lnSpc>
              <a:spcBef>
                <a:spcPts val="0"/>
              </a:spcBef>
              <a:spcAft>
                <a:spcPts val="0"/>
              </a:spcAft>
              <a:buClr>
                <a:srgbClr val="262626"/>
              </a:buClr>
              <a:buSzPts val="6000"/>
              <a:buFont typeface="Meiryo"/>
              <a:buNone/>
            </a:pPr>
            <a:r>
              <a:rPr lang="en-GB" sz="6000" dirty="0"/>
              <a:t>Orientation</a:t>
            </a:r>
            <a:endParaRPr sz="6000" dirty="0"/>
          </a:p>
        </p:txBody>
      </p:sp>
      <p:pic>
        <p:nvPicPr>
          <p:cNvPr id="116" name="Google Shape;116;p1" descr="A close up of a logo&#10;&#10;Description automatically generated"/>
          <p:cNvPicPr preferRelativeResize="0"/>
          <p:nvPr/>
        </p:nvPicPr>
        <p:blipFill rotWithShape="1">
          <a:blip r:embed="rId4">
            <a:alphaModFix/>
          </a:blip>
          <a:srcRect/>
          <a:stretch/>
        </p:blipFill>
        <p:spPr>
          <a:xfrm>
            <a:off x="83194" y="4185340"/>
            <a:ext cx="5588349" cy="1829551"/>
          </a:xfrm>
          <a:prstGeom prst="rect">
            <a:avLst/>
          </a:prstGeom>
          <a:noFill/>
          <a:ln>
            <a:noFill/>
          </a:ln>
        </p:spPr>
      </p:pic>
      <p:sp>
        <p:nvSpPr>
          <p:cNvPr id="117" name="Google Shape;117;p1"/>
          <p:cNvSpPr txBox="1">
            <a:spLocks noGrp="1"/>
          </p:cNvSpPr>
          <p:nvPr>
            <p:ph type="ftr" idx="11"/>
          </p:nvPr>
        </p:nvSpPr>
        <p:spPr>
          <a:xfrm>
            <a:off x="3737873" y="6297224"/>
            <a:ext cx="5588349"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a:solidFill>
                  <a:srgbClr val="FF0000"/>
                </a:solidFill>
              </a:rPr>
              <a:t>Owned by Infinity Supports WA Pty Ltd– Confidential &amp; Internal Use Only.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4"/>
          <p:cNvSpPr txBox="1">
            <a:spLocks noGrp="1"/>
          </p:cNvSpPr>
          <p:nvPr>
            <p:ph type="title"/>
          </p:nvPr>
        </p:nvSpPr>
        <p:spPr>
          <a:xfrm>
            <a:off x="1920240" y="762000"/>
            <a:ext cx="8770571" cy="656779"/>
          </a:xfrm>
          <a:prstGeom prst="rect">
            <a:avLst/>
          </a:prstGeom>
          <a:noFill/>
          <a:ln>
            <a:noFill/>
          </a:ln>
        </p:spPr>
        <p:txBody>
          <a:bodyPr spcFirstLastPara="1" wrap="square" lIns="109725" tIns="109725" rIns="109725" bIns="91425" anchor="b" anchorCtr="0">
            <a:normAutofit fontScale="90000"/>
          </a:bodyPr>
          <a:lstStyle/>
          <a:p>
            <a:pPr marL="0" lvl="0" indent="0" algn="ctr" rtl="0">
              <a:lnSpc>
                <a:spcPct val="130000"/>
              </a:lnSpc>
              <a:spcBef>
                <a:spcPts val="0"/>
              </a:spcBef>
              <a:spcAft>
                <a:spcPts val="0"/>
              </a:spcAft>
              <a:buClr>
                <a:srgbClr val="3F3F3F"/>
              </a:buClr>
              <a:buSzPts val="3200"/>
              <a:buFont typeface="Meiryo"/>
              <a:buNone/>
            </a:pPr>
            <a:r>
              <a:rPr lang="en-GB" sz="2800" u="sng" dirty="0"/>
              <a:t>HR &amp; Compliance </a:t>
            </a:r>
            <a:endParaRPr sz="2800" u="sng" dirty="0"/>
          </a:p>
        </p:txBody>
      </p:sp>
      <p:sp>
        <p:nvSpPr>
          <p:cNvPr id="140" name="Google Shape;140;p4"/>
          <p:cNvSpPr txBox="1">
            <a:spLocks noGrp="1"/>
          </p:cNvSpPr>
          <p:nvPr>
            <p:ph type="body" idx="1"/>
          </p:nvPr>
        </p:nvSpPr>
        <p:spPr>
          <a:xfrm>
            <a:off x="1251646" y="2174491"/>
            <a:ext cx="4160520" cy="3657601"/>
          </a:xfrm>
          <a:prstGeom prst="rect">
            <a:avLst/>
          </a:prstGeom>
          <a:noFill/>
          <a:ln>
            <a:noFill/>
          </a:ln>
        </p:spPr>
        <p:txBody>
          <a:bodyPr spcFirstLastPara="1" wrap="square" lIns="109725" tIns="109725" rIns="109725" bIns="91425" anchor="t" anchorCtr="0">
            <a:noAutofit/>
          </a:bodyPr>
          <a:lstStyle/>
          <a:p>
            <a:pPr marL="285750" lvl="0" indent="-285750" algn="just" rtl="0">
              <a:lnSpc>
                <a:spcPct val="130000"/>
              </a:lnSpc>
              <a:spcBef>
                <a:spcPts val="0"/>
              </a:spcBef>
              <a:spcAft>
                <a:spcPts val="0"/>
              </a:spcAft>
              <a:buClr>
                <a:srgbClr val="3F3F3F"/>
              </a:buClr>
              <a:buSzPts val="2100"/>
              <a:buFont typeface="Noto Sans Symbols"/>
              <a:buChar char="⮚"/>
            </a:pPr>
            <a:r>
              <a:rPr lang="en-GB" dirty="0"/>
              <a:t>Infinity will send you one reminder prior to expiry of your employment related documents such as first aid, car license etc. </a:t>
            </a:r>
            <a:endParaRPr dirty="0"/>
          </a:p>
          <a:p>
            <a:pPr marL="285750" lvl="0" indent="-285750" algn="just" rtl="0">
              <a:lnSpc>
                <a:spcPct val="130000"/>
              </a:lnSpc>
              <a:spcBef>
                <a:spcPts val="930"/>
              </a:spcBef>
              <a:spcAft>
                <a:spcPts val="0"/>
              </a:spcAft>
              <a:buClr>
                <a:srgbClr val="3F3F3F"/>
              </a:buClr>
              <a:buSzPts val="2100"/>
              <a:buFont typeface="Noto Sans Symbols"/>
              <a:buChar char="⮚"/>
            </a:pPr>
            <a:r>
              <a:rPr lang="en-GB" dirty="0"/>
              <a:t>It is mandatory to return documents on time. Failing to do so will result in staff being stood down to remain compliant.</a:t>
            </a:r>
            <a:endParaRPr dirty="0"/>
          </a:p>
          <a:p>
            <a:pPr marL="285750" lvl="0" indent="-285750" algn="just" rtl="0">
              <a:lnSpc>
                <a:spcPct val="130000"/>
              </a:lnSpc>
              <a:spcBef>
                <a:spcPts val="930"/>
              </a:spcBef>
              <a:spcAft>
                <a:spcPts val="0"/>
              </a:spcAft>
              <a:buClr>
                <a:srgbClr val="3F3F3F"/>
              </a:buClr>
              <a:buSzPts val="2100"/>
              <a:buFont typeface="Noto Sans Symbols"/>
              <a:buChar char="⮚"/>
            </a:pPr>
            <a:r>
              <a:rPr lang="en-GB" dirty="0"/>
              <a:t>Staff are expected to check signal for messages.</a:t>
            </a:r>
            <a:endParaRPr dirty="0"/>
          </a:p>
        </p:txBody>
      </p:sp>
      <p:pic>
        <p:nvPicPr>
          <p:cNvPr id="141" name="Google Shape;141;p4" descr="A group of people sitting at a table&#10;&#10;Description automatically generated"/>
          <p:cNvPicPr preferRelativeResize="0"/>
          <p:nvPr/>
        </p:nvPicPr>
        <p:blipFill rotWithShape="1">
          <a:blip r:embed="rId3">
            <a:alphaModFix/>
          </a:blip>
          <a:srcRect/>
          <a:stretch/>
        </p:blipFill>
        <p:spPr>
          <a:xfrm>
            <a:off x="5961331" y="2567835"/>
            <a:ext cx="5103847" cy="2870914"/>
          </a:xfrm>
          <a:prstGeom prst="rect">
            <a:avLst/>
          </a:prstGeom>
          <a:noFill/>
          <a:ln>
            <a:noFill/>
          </a:ln>
        </p:spPr>
      </p:pic>
      <p:sp>
        <p:nvSpPr>
          <p:cNvPr id="142" name="Google Shape;142;p4"/>
          <p:cNvSpPr txBox="1">
            <a:spLocks noGrp="1"/>
          </p:cNvSpPr>
          <p:nvPr>
            <p:ph type="ftr" idx="11"/>
          </p:nvPr>
        </p:nvSpPr>
        <p:spPr>
          <a:xfrm>
            <a:off x="3471837" y="6289710"/>
            <a:ext cx="5667375"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a:solidFill>
                  <a:srgbClr val="FF0000"/>
                </a:solidFill>
              </a:rPr>
              <a:t>Owned by Infinity Supports WA Pty Ltd– Confidential &amp; Internal Use Only.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5"/>
          <p:cNvSpPr txBox="1">
            <a:spLocks noGrp="1"/>
          </p:cNvSpPr>
          <p:nvPr>
            <p:ph type="title" idx="4294967295"/>
          </p:nvPr>
        </p:nvSpPr>
        <p:spPr>
          <a:xfrm>
            <a:off x="4483777" y="376130"/>
            <a:ext cx="3224443" cy="666174"/>
          </a:xfrm>
          <a:prstGeom prst="rect">
            <a:avLst/>
          </a:prstGeom>
          <a:noFill/>
          <a:ln>
            <a:noFill/>
          </a:ln>
        </p:spPr>
        <p:txBody>
          <a:bodyPr spcFirstLastPara="1" wrap="square" lIns="109725" tIns="109725" rIns="109725" bIns="91425" anchor="b" anchorCtr="0">
            <a:normAutofit fontScale="90000"/>
          </a:bodyPr>
          <a:lstStyle/>
          <a:p>
            <a:pPr marL="0" lvl="0" indent="0" algn="ctr" rtl="0">
              <a:lnSpc>
                <a:spcPct val="130000"/>
              </a:lnSpc>
              <a:spcBef>
                <a:spcPts val="0"/>
              </a:spcBef>
              <a:spcAft>
                <a:spcPts val="0"/>
              </a:spcAft>
              <a:buClr>
                <a:srgbClr val="3F3F3F"/>
              </a:buClr>
              <a:buSzPts val="3200"/>
              <a:buFont typeface="Meiryo"/>
              <a:buNone/>
            </a:pPr>
            <a:r>
              <a:rPr lang="en-GB" sz="2800" u="sng" dirty="0"/>
              <a:t>Leave</a:t>
            </a:r>
            <a:endParaRPr sz="2800" u="sng" dirty="0"/>
          </a:p>
        </p:txBody>
      </p:sp>
      <p:sp>
        <p:nvSpPr>
          <p:cNvPr id="148" name="Google Shape;148;p5"/>
          <p:cNvSpPr txBox="1">
            <a:spLocks noGrp="1"/>
          </p:cNvSpPr>
          <p:nvPr>
            <p:ph type="body" idx="4294967295"/>
          </p:nvPr>
        </p:nvSpPr>
        <p:spPr>
          <a:xfrm>
            <a:off x="1004169" y="1362148"/>
            <a:ext cx="10183660" cy="4398963"/>
          </a:xfrm>
          <a:prstGeom prst="rect">
            <a:avLst/>
          </a:prstGeom>
          <a:noFill/>
          <a:ln>
            <a:noFill/>
          </a:ln>
        </p:spPr>
        <p:txBody>
          <a:bodyPr spcFirstLastPara="1" wrap="square" lIns="109725" tIns="109725" rIns="109725" bIns="91425" anchor="t" anchorCtr="0">
            <a:noAutofit/>
          </a:bodyPr>
          <a:lstStyle/>
          <a:p>
            <a:pPr marL="285750" lvl="0" indent="-285750" rtl="0">
              <a:lnSpc>
                <a:spcPct val="150000"/>
              </a:lnSpc>
              <a:spcBef>
                <a:spcPts val="0"/>
              </a:spcBef>
              <a:spcAft>
                <a:spcPts val="0"/>
              </a:spcAft>
              <a:buClr>
                <a:srgbClr val="3F3F3F"/>
              </a:buClr>
              <a:buSzPts val="1800"/>
              <a:buFont typeface="Arial"/>
              <a:buChar char="•"/>
            </a:pPr>
            <a:r>
              <a:rPr lang="en-GB" b="1" dirty="0">
                <a:latin typeface="Meiryo" panose="020B0604030504040204" pitchFamily="34" charset="-128"/>
                <a:ea typeface="Meiryo" panose="020B0604030504040204" pitchFamily="34" charset="-128"/>
                <a:cs typeface="Arial"/>
                <a:sym typeface="Arial"/>
              </a:rPr>
              <a:t>Approval First:</a:t>
            </a:r>
            <a:r>
              <a:rPr lang="en-GB" dirty="0">
                <a:latin typeface="Meiryo" panose="020B0604030504040204" pitchFamily="34" charset="-128"/>
                <a:ea typeface="Meiryo" panose="020B0604030504040204" pitchFamily="34" charset="-128"/>
                <a:cs typeface="Arial"/>
                <a:sym typeface="Arial"/>
              </a:rPr>
              <a:t> Staff must obtain leave approval before booking holidays.</a:t>
            </a:r>
            <a:endParaRPr dirty="0">
              <a:latin typeface="Meiryo" panose="020B0604030504040204" pitchFamily="34" charset="-128"/>
              <a:ea typeface="Meiryo" panose="020B0604030504040204" pitchFamily="34" charset="-128"/>
              <a:cs typeface="Arial"/>
              <a:sym typeface="Arial"/>
            </a:endParaRPr>
          </a:p>
          <a:p>
            <a:pPr marL="285750" lvl="0" indent="-285750" rtl="0">
              <a:lnSpc>
                <a:spcPct val="150000"/>
              </a:lnSpc>
              <a:spcBef>
                <a:spcPts val="930"/>
              </a:spcBef>
              <a:spcAft>
                <a:spcPts val="0"/>
              </a:spcAft>
              <a:buClr>
                <a:srgbClr val="3F3F3F"/>
              </a:buClr>
              <a:buSzPts val="1800"/>
              <a:buFont typeface="Arial"/>
              <a:buChar char="•"/>
            </a:pPr>
            <a:r>
              <a:rPr lang="en-GB" b="1" dirty="0">
                <a:latin typeface="Meiryo" panose="020B0604030504040204" pitchFamily="34" charset="-128"/>
                <a:ea typeface="Meiryo" panose="020B0604030504040204" pitchFamily="34" charset="-128"/>
                <a:cs typeface="Arial"/>
                <a:sym typeface="Arial"/>
              </a:rPr>
              <a:t>Operational Needs:</a:t>
            </a:r>
            <a:r>
              <a:rPr lang="en-GB" dirty="0">
                <a:latin typeface="Meiryo" panose="020B0604030504040204" pitchFamily="34" charset="-128"/>
                <a:ea typeface="Meiryo" panose="020B0604030504040204" pitchFamily="34" charset="-128"/>
                <a:cs typeface="Arial"/>
                <a:sym typeface="Arial"/>
              </a:rPr>
              <a:t> Leave is approved when feasible but overlapping time-off may disrupt client services.</a:t>
            </a:r>
            <a:endParaRPr dirty="0">
              <a:latin typeface="Meiryo" panose="020B0604030504040204" pitchFamily="34" charset="-128"/>
              <a:ea typeface="Meiryo" panose="020B0604030504040204" pitchFamily="34" charset="-128"/>
              <a:cs typeface="Arial"/>
              <a:sym typeface="Arial"/>
            </a:endParaRPr>
          </a:p>
          <a:p>
            <a:pPr marL="285750" lvl="0" indent="-285750" rtl="0">
              <a:lnSpc>
                <a:spcPct val="150000"/>
              </a:lnSpc>
              <a:spcBef>
                <a:spcPts val="930"/>
              </a:spcBef>
              <a:spcAft>
                <a:spcPts val="0"/>
              </a:spcAft>
              <a:buClr>
                <a:srgbClr val="3F3F3F"/>
              </a:buClr>
              <a:buSzPts val="1800"/>
              <a:buFont typeface="Arial"/>
              <a:buChar char="•"/>
            </a:pPr>
            <a:r>
              <a:rPr lang="en-GB" b="1" dirty="0">
                <a:latin typeface="Meiryo" panose="020B0604030504040204" pitchFamily="34" charset="-128"/>
                <a:ea typeface="Meiryo" panose="020B0604030504040204" pitchFamily="34" charset="-128"/>
                <a:cs typeface="Arial"/>
                <a:sym typeface="Arial"/>
              </a:rPr>
              <a:t>Leave process:</a:t>
            </a:r>
            <a:endParaRPr dirty="0">
              <a:latin typeface="Meiryo" panose="020B0604030504040204" pitchFamily="34" charset="-128"/>
              <a:ea typeface="Meiryo" panose="020B0604030504040204" pitchFamily="34" charset="-128"/>
              <a:cs typeface="Arial"/>
              <a:sym typeface="Arial"/>
            </a:endParaRPr>
          </a:p>
          <a:p>
            <a:pPr lvl="1" indent="-330200">
              <a:lnSpc>
                <a:spcPct val="150000"/>
              </a:lnSpc>
              <a:spcBef>
                <a:spcPts val="0"/>
              </a:spcBef>
              <a:buClr>
                <a:schemeClr val="dk1"/>
              </a:buClr>
              <a:buFont typeface="Arial"/>
              <a:buChar char="❖"/>
            </a:pPr>
            <a:r>
              <a:rPr lang="en-GB" sz="1800" dirty="0">
                <a:solidFill>
                  <a:schemeClr val="dk1"/>
                </a:solidFill>
                <a:latin typeface="Meiryo" panose="020B0604030504040204" pitchFamily="34" charset="-128"/>
                <a:ea typeface="Meiryo" panose="020B0604030504040204" pitchFamily="34" charset="-128"/>
                <a:cs typeface="Arial"/>
                <a:sym typeface="Arial"/>
              </a:rPr>
              <a:t>Permanent staff: Submit leave request via Xero ME app -&gt; update google holiday calendar. </a:t>
            </a:r>
            <a:endParaRPr sz="1800" dirty="0">
              <a:latin typeface="Meiryo" panose="020B0604030504040204" pitchFamily="34" charset="-128"/>
              <a:ea typeface="Meiryo" panose="020B0604030504040204" pitchFamily="34" charset="-128"/>
              <a:cs typeface="Arial"/>
              <a:sym typeface="Arial"/>
            </a:endParaRPr>
          </a:p>
          <a:p>
            <a:pPr lvl="1" indent="-330200">
              <a:lnSpc>
                <a:spcPct val="150000"/>
              </a:lnSpc>
              <a:spcBef>
                <a:spcPts val="0"/>
              </a:spcBef>
              <a:buClr>
                <a:schemeClr val="dk1"/>
              </a:buClr>
              <a:buFont typeface="Arial"/>
              <a:buChar char="❖"/>
            </a:pPr>
            <a:r>
              <a:rPr lang="en-GB" sz="1800" dirty="0">
                <a:solidFill>
                  <a:schemeClr val="dk1"/>
                </a:solidFill>
                <a:latin typeface="Meiryo" panose="020B0604030504040204" pitchFamily="34" charset="-128"/>
                <a:ea typeface="Meiryo" panose="020B0604030504040204" pitchFamily="34" charset="-128"/>
                <a:cs typeface="Arial"/>
                <a:sym typeface="Arial"/>
              </a:rPr>
              <a:t>Casual staff: Enter unavailability on Shiftcare -&gt; email coordinators -&gt; update google holiday calendar. </a:t>
            </a:r>
            <a:endParaRPr sz="1800" dirty="0">
              <a:latin typeface="Meiryo" panose="020B0604030504040204" pitchFamily="34" charset="-128"/>
              <a:ea typeface="Meiryo" panose="020B0604030504040204" pitchFamily="34" charset="-128"/>
              <a:cs typeface="Arial"/>
              <a:sym typeface="Arial"/>
            </a:endParaRPr>
          </a:p>
          <a:p>
            <a:pPr marL="285750" lvl="0" indent="-285750" rtl="0">
              <a:lnSpc>
                <a:spcPct val="150000"/>
              </a:lnSpc>
              <a:spcBef>
                <a:spcPts val="930"/>
              </a:spcBef>
              <a:spcAft>
                <a:spcPts val="0"/>
              </a:spcAft>
              <a:buClr>
                <a:srgbClr val="3F3F3F"/>
              </a:buClr>
              <a:buSzPts val="1800"/>
              <a:buFont typeface="Arial"/>
              <a:buChar char="•"/>
            </a:pPr>
            <a:r>
              <a:rPr lang="en-GB" b="1" dirty="0">
                <a:latin typeface="Meiryo" panose="020B0604030504040204" pitchFamily="34" charset="-128"/>
                <a:ea typeface="Meiryo" panose="020B0604030504040204" pitchFamily="34" charset="-128"/>
                <a:cs typeface="Arial"/>
                <a:sym typeface="Arial"/>
              </a:rPr>
              <a:t>Team Coordination</a:t>
            </a:r>
            <a:r>
              <a:rPr lang="en-GB" dirty="0">
                <a:latin typeface="Meiryo" panose="020B0604030504040204" pitchFamily="34" charset="-128"/>
                <a:ea typeface="Meiryo" panose="020B0604030504040204" pitchFamily="34" charset="-128"/>
                <a:cs typeface="Arial"/>
                <a:sym typeface="Arial"/>
              </a:rPr>
              <a:t>: Check the </a:t>
            </a:r>
            <a:r>
              <a:rPr lang="en-GB" b="1" dirty="0">
                <a:latin typeface="Meiryo" panose="020B0604030504040204" pitchFamily="34" charset="-128"/>
                <a:ea typeface="Meiryo" panose="020B0604030504040204" pitchFamily="34" charset="-128"/>
                <a:cs typeface="Arial"/>
                <a:sym typeface="Arial"/>
              </a:rPr>
              <a:t>holiday calendar</a:t>
            </a:r>
            <a:r>
              <a:rPr lang="en-GB" dirty="0">
                <a:latin typeface="Meiryo" panose="020B0604030504040204" pitchFamily="34" charset="-128"/>
                <a:ea typeface="Meiryo" panose="020B0604030504040204" pitchFamily="34" charset="-128"/>
                <a:cs typeface="Arial"/>
                <a:sym typeface="Arial"/>
              </a:rPr>
              <a:t> before requesting leave to avoid overlap.</a:t>
            </a:r>
            <a:endParaRPr dirty="0">
              <a:latin typeface="Meiryo" panose="020B0604030504040204" pitchFamily="34" charset="-128"/>
              <a:ea typeface="Meiryo" panose="020B0604030504040204" pitchFamily="34" charset="-128"/>
              <a:cs typeface="Arial"/>
              <a:sym typeface="Arial"/>
            </a:endParaRPr>
          </a:p>
          <a:p>
            <a:pPr marL="285750" lvl="3" indent="-196850" rtl="0">
              <a:lnSpc>
                <a:spcPct val="150000"/>
              </a:lnSpc>
              <a:spcBef>
                <a:spcPts val="930"/>
              </a:spcBef>
              <a:spcAft>
                <a:spcPts val="0"/>
              </a:spcAft>
              <a:buClr>
                <a:srgbClr val="3F3F3F"/>
              </a:buClr>
              <a:buSzPts val="1400"/>
              <a:buFont typeface="Arial"/>
              <a:buNone/>
            </a:pPr>
            <a:endParaRPr sz="1800" dirty="0">
              <a:latin typeface="Meiryo" panose="020B0604030504040204" pitchFamily="34" charset="-128"/>
              <a:ea typeface="Meiryo" panose="020B0604030504040204" pitchFamily="34" charset="-128"/>
            </a:endParaRPr>
          </a:p>
        </p:txBody>
      </p:sp>
      <p:sp>
        <p:nvSpPr>
          <p:cNvPr id="149" name="Google Shape;149;p5"/>
          <p:cNvSpPr txBox="1">
            <a:spLocks noGrp="1"/>
          </p:cNvSpPr>
          <p:nvPr>
            <p:ph type="ftr" idx="11"/>
          </p:nvPr>
        </p:nvSpPr>
        <p:spPr>
          <a:xfrm>
            <a:off x="3262312" y="6400800"/>
            <a:ext cx="5667375"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a:solidFill>
                  <a:srgbClr val="FF0000"/>
                </a:solidFill>
              </a:rPr>
              <a:t>Owned by Infinity Supports WA Pty Ltd– Confidential &amp; Internal Use Only.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6"/>
          <p:cNvSpPr txBox="1">
            <a:spLocks noGrp="1"/>
          </p:cNvSpPr>
          <p:nvPr>
            <p:ph type="title" idx="4294967295"/>
          </p:nvPr>
        </p:nvSpPr>
        <p:spPr>
          <a:xfrm>
            <a:off x="1711325" y="442451"/>
            <a:ext cx="8769350" cy="844344"/>
          </a:xfrm>
          <a:prstGeom prst="rect">
            <a:avLst/>
          </a:prstGeom>
          <a:noFill/>
          <a:ln>
            <a:noFill/>
          </a:ln>
        </p:spPr>
        <p:txBody>
          <a:bodyPr spcFirstLastPara="1" wrap="square" lIns="109725" tIns="109725" rIns="109725" bIns="91425" anchor="b" anchorCtr="0">
            <a:normAutofit/>
          </a:bodyPr>
          <a:lstStyle/>
          <a:p>
            <a:pPr marL="0" lvl="0" indent="0" algn="ctr" rtl="0">
              <a:lnSpc>
                <a:spcPct val="130000"/>
              </a:lnSpc>
              <a:spcBef>
                <a:spcPts val="0"/>
              </a:spcBef>
              <a:spcAft>
                <a:spcPts val="0"/>
              </a:spcAft>
              <a:buClr>
                <a:srgbClr val="3F3F3F"/>
              </a:buClr>
              <a:buSzPts val="3200"/>
              <a:buFont typeface="Meiryo"/>
              <a:buNone/>
            </a:pPr>
            <a:r>
              <a:rPr lang="en-GB" sz="2800" u="sng" dirty="0"/>
              <a:t>Workplace Etiquette</a:t>
            </a:r>
            <a:endParaRPr sz="2800" u="sng" dirty="0"/>
          </a:p>
        </p:txBody>
      </p:sp>
      <p:sp>
        <p:nvSpPr>
          <p:cNvPr id="155" name="Google Shape;155;p6"/>
          <p:cNvSpPr txBox="1">
            <a:spLocks noGrp="1"/>
          </p:cNvSpPr>
          <p:nvPr>
            <p:ph type="body" idx="4294967295"/>
          </p:nvPr>
        </p:nvSpPr>
        <p:spPr>
          <a:xfrm>
            <a:off x="639097" y="1537624"/>
            <a:ext cx="10766322" cy="4989409"/>
          </a:xfrm>
          <a:prstGeom prst="rect">
            <a:avLst/>
          </a:prstGeom>
          <a:noFill/>
          <a:ln>
            <a:noFill/>
          </a:ln>
        </p:spPr>
        <p:txBody>
          <a:bodyPr spcFirstLastPara="1" wrap="square" lIns="109725" tIns="109725" rIns="109725" bIns="91425" anchor="t" anchorCtr="0">
            <a:noAutofit/>
          </a:bodyPr>
          <a:lstStyle/>
          <a:p>
            <a:pPr marL="285750" lvl="0" indent="-285750" algn="l" rtl="0">
              <a:lnSpc>
                <a:spcPct val="150000"/>
              </a:lnSpc>
              <a:spcBef>
                <a:spcPts val="0"/>
              </a:spcBef>
              <a:spcAft>
                <a:spcPts val="0"/>
              </a:spcAft>
              <a:buClr>
                <a:srgbClr val="3F3F3F"/>
              </a:buClr>
              <a:buSzPts val="1400"/>
              <a:buFont typeface="Noto Sans Symbols"/>
              <a:buChar char="⮚"/>
            </a:pPr>
            <a:r>
              <a:rPr lang="en-GB" b="1" dirty="0"/>
              <a:t>Representing Infinity Supports WA: </a:t>
            </a:r>
            <a:r>
              <a:rPr lang="en-GB" dirty="0"/>
              <a:t>Maintain professionalism while supporting clients. </a:t>
            </a:r>
            <a:endParaRPr dirty="0"/>
          </a:p>
          <a:p>
            <a:pPr marL="285750" lvl="0" indent="-285750" algn="l" rtl="0">
              <a:lnSpc>
                <a:spcPct val="150000"/>
              </a:lnSpc>
              <a:spcBef>
                <a:spcPts val="930"/>
              </a:spcBef>
              <a:spcAft>
                <a:spcPts val="0"/>
              </a:spcAft>
              <a:buClr>
                <a:srgbClr val="3F3F3F"/>
              </a:buClr>
              <a:buSzPts val="1400"/>
              <a:buFont typeface="Noto Sans Symbols"/>
              <a:buChar char="⮚"/>
            </a:pPr>
            <a:r>
              <a:rPr lang="en-GB" b="1" dirty="0"/>
              <a:t>Dress Appropriately: </a:t>
            </a:r>
            <a:r>
              <a:rPr lang="en-GB" dirty="0"/>
              <a:t>Wear neat, suitable clothing. </a:t>
            </a:r>
            <a:endParaRPr dirty="0"/>
          </a:p>
          <a:p>
            <a:pPr marL="285750" lvl="0" indent="-285750" algn="l" rtl="0">
              <a:lnSpc>
                <a:spcPct val="150000"/>
              </a:lnSpc>
              <a:spcBef>
                <a:spcPts val="930"/>
              </a:spcBef>
              <a:spcAft>
                <a:spcPts val="0"/>
              </a:spcAft>
              <a:buClr>
                <a:srgbClr val="3F3F3F"/>
              </a:buClr>
              <a:buSzPts val="1400"/>
              <a:buFont typeface="Noto Sans Symbols"/>
              <a:buChar char="⮚"/>
            </a:pPr>
            <a:r>
              <a:rPr lang="en-GB" b="1" dirty="0"/>
              <a:t>Footwear: </a:t>
            </a:r>
            <a:r>
              <a:rPr lang="en-GB" dirty="0"/>
              <a:t>Fully enclosed shoes are required. </a:t>
            </a:r>
            <a:endParaRPr dirty="0"/>
          </a:p>
          <a:p>
            <a:pPr marL="285750" lvl="0" indent="-285750" algn="l" rtl="0">
              <a:lnSpc>
                <a:spcPct val="150000"/>
              </a:lnSpc>
              <a:spcBef>
                <a:spcPts val="930"/>
              </a:spcBef>
              <a:spcAft>
                <a:spcPts val="0"/>
              </a:spcAft>
              <a:buClr>
                <a:srgbClr val="3F3F3F"/>
              </a:buClr>
              <a:buSzPts val="1400"/>
              <a:buFont typeface="Noto Sans Symbols"/>
              <a:buChar char="⮚"/>
            </a:pPr>
            <a:r>
              <a:rPr lang="en-GB" b="1" dirty="0"/>
              <a:t>Respectful Communication: </a:t>
            </a:r>
            <a:r>
              <a:rPr lang="en-GB" dirty="0">
                <a:latin typeface="Meiryo"/>
                <a:ea typeface="Meiryo"/>
                <a:cs typeface="Meiryo"/>
                <a:sym typeface="Meiryo"/>
              </a:rPr>
              <a:t>Always use professional and courteous language </a:t>
            </a:r>
            <a:r>
              <a:rPr lang="en-GB" dirty="0">
                <a:solidFill>
                  <a:schemeClr val="dk1"/>
                </a:solidFill>
                <a:latin typeface="Meiryo"/>
                <a:ea typeface="Meiryo"/>
                <a:cs typeface="Meiryo"/>
                <a:sym typeface="Meiryo"/>
              </a:rPr>
              <a:t>when communicating with clients and staff at Infinity Supports WA. </a:t>
            </a:r>
            <a:r>
              <a:rPr lang="en-GB" dirty="0"/>
              <a:t>While friendliness is encouraged, overly casual language, slang, or informal messaging should be avoided in professional discussions. For example, messages to coordinators should not start with “Hey.” Maintaining a professional tone ensures clarity, respect, and consistency in our communications.</a:t>
            </a:r>
          </a:p>
          <a:p>
            <a:pPr marL="285750" lvl="0" indent="-285750" algn="l" rtl="0">
              <a:lnSpc>
                <a:spcPct val="150000"/>
              </a:lnSpc>
              <a:spcBef>
                <a:spcPts val="930"/>
              </a:spcBef>
              <a:spcAft>
                <a:spcPts val="0"/>
              </a:spcAft>
              <a:buClr>
                <a:srgbClr val="3F3F3F"/>
              </a:buClr>
              <a:buSzPts val="1400"/>
              <a:buFont typeface="Noto Sans Symbols"/>
              <a:buChar char="⮚"/>
            </a:pPr>
            <a:r>
              <a:rPr lang="en-GB" sz="1800" b="1" dirty="0"/>
              <a:t>Shift Adjustments: </a:t>
            </a:r>
            <a:r>
              <a:rPr lang="en-GB" sz="1800" dirty="0"/>
              <a:t>Do not adjust client shift times without prior approval from your line manager. </a:t>
            </a:r>
            <a:endParaRPr dirty="0"/>
          </a:p>
          <a:p>
            <a:pPr marL="0" lvl="0" indent="0" algn="l" rtl="0">
              <a:lnSpc>
                <a:spcPct val="150000"/>
              </a:lnSpc>
              <a:spcBef>
                <a:spcPts val="930"/>
              </a:spcBef>
              <a:spcAft>
                <a:spcPts val="0"/>
              </a:spcAft>
              <a:buClr>
                <a:srgbClr val="3F3F3F"/>
              </a:buClr>
              <a:buSzPts val="1400"/>
              <a:buNone/>
            </a:pPr>
            <a:endParaRPr dirty="0">
              <a:solidFill>
                <a:schemeClr val="dk1"/>
              </a:solidFill>
              <a:latin typeface="Meiryo"/>
              <a:ea typeface="Meiryo"/>
              <a:cs typeface="Meiryo"/>
              <a:sym typeface="Meiryo"/>
            </a:endParaRPr>
          </a:p>
        </p:txBody>
      </p:sp>
      <p:sp>
        <p:nvSpPr>
          <p:cNvPr id="156" name="Google Shape;156;p6"/>
          <p:cNvSpPr txBox="1">
            <a:spLocks noGrp="1"/>
          </p:cNvSpPr>
          <p:nvPr>
            <p:ph type="ftr" idx="11"/>
          </p:nvPr>
        </p:nvSpPr>
        <p:spPr>
          <a:xfrm>
            <a:off x="3262312" y="6472547"/>
            <a:ext cx="5667375"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a:solidFill>
                  <a:srgbClr val="FF0000"/>
                </a:solidFill>
              </a:rPr>
              <a:t>Owned by Infinity Supports WA Pty Ltd– Confidential &amp; Internal Use Only.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7"/>
          <p:cNvSpPr txBox="1">
            <a:spLocks noGrp="1"/>
          </p:cNvSpPr>
          <p:nvPr>
            <p:ph type="ftr" idx="11"/>
          </p:nvPr>
        </p:nvSpPr>
        <p:spPr>
          <a:xfrm>
            <a:off x="3014661" y="6239316"/>
            <a:ext cx="5667375"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a:solidFill>
                  <a:srgbClr val="FF0000"/>
                </a:solidFill>
              </a:rPr>
              <a:t>Owned by Infinity Supports WA Pty Ltd– Confidential &amp; Internal Use Only.</a:t>
            </a:r>
            <a:endParaRPr/>
          </a:p>
        </p:txBody>
      </p:sp>
      <p:sp>
        <p:nvSpPr>
          <p:cNvPr id="162" name="Google Shape;162;p7"/>
          <p:cNvSpPr txBox="1"/>
          <p:nvPr/>
        </p:nvSpPr>
        <p:spPr>
          <a:xfrm>
            <a:off x="1231899" y="1048147"/>
            <a:ext cx="9232900" cy="5309105"/>
          </a:xfrm>
          <a:prstGeom prst="rect">
            <a:avLst/>
          </a:prstGeom>
          <a:noFill/>
          <a:ln>
            <a:noFill/>
          </a:ln>
        </p:spPr>
        <p:txBody>
          <a:bodyPr spcFirstLastPara="1" wrap="square" lIns="91425" tIns="45700" rIns="91425" bIns="45700" anchor="t" anchorCtr="0">
            <a:spAutoFit/>
          </a:bodyPr>
          <a:lstStyle/>
          <a:p>
            <a:pPr marL="285750" marR="0" lvl="0" indent="-285750" rtl="0">
              <a:lnSpc>
                <a:spcPct val="150000"/>
              </a:lnSpc>
              <a:spcBef>
                <a:spcPts val="0"/>
              </a:spcBef>
              <a:spcAft>
                <a:spcPts val="0"/>
              </a:spcAft>
              <a:buClr>
                <a:srgbClr val="3F3F3F"/>
              </a:buClr>
              <a:buSzPts val="1400"/>
              <a:buFont typeface="Noto Sans Symbols"/>
              <a:buChar char="⮚"/>
            </a:pPr>
            <a:r>
              <a:rPr lang="en-GB" sz="1800" b="1" i="0" u="none" strike="noStrike" cap="none" dirty="0">
                <a:solidFill>
                  <a:srgbClr val="000000"/>
                </a:solidFill>
                <a:latin typeface="Meiryo" panose="020B0604030504040204" pitchFamily="34" charset="-128"/>
                <a:ea typeface="Meiryo" panose="020B0604030504040204" pitchFamily="34" charset="-128"/>
                <a:cs typeface="Meiryo"/>
                <a:sym typeface="Meiryo"/>
              </a:rPr>
              <a:t>Shift Reports: </a:t>
            </a:r>
            <a:r>
              <a:rPr lang="en-GB" sz="1800" b="0" i="0" u="none" strike="noStrike" cap="none" dirty="0">
                <a:solidFill>
                  <a:srgbClr val="000000"/>
                </a:solidFill>
                <a:latin typeface="Meiryo" panose="020B0604030504040204" pitchFamily="34" charset="-128"/>
                <a:ea typeface="Meiryo" panose="020B0604030504040204" pitchFamily="34" charset="-128"/>
                <a:cs typeface="Meiryo"/>
                <a:sym typeface="Meiryo"/>
              </a:rPr>
              <a:t>Must be completed before finishing or immediately after shift. This is non negotiable. </a:t>
            </a:r>
            <a:r>
              <a:rPr lang="en-GB" sz="1800" b="1" i="0" u="none" strike="noStrike" cap="none" dirty="0">
                <a:solidFill>
                  <a:srgbClr val="000000"/>
                </a:solidFill>
                <a:latin typeface="Meiryo" panose="020B0604030504040204" pitchFamily="34" charset="-128"/>
                <a:ea typeface="Meiryo" panose="020B0604030504040204" pitchFamily="34" charset="-128"/>
                <a:cs typeface="Meiryo"/>
                <a:sym typeface="Meiryo"/>
              </a:rPr>
              <a:t>Shift reports are legal documents so ensure accuracy, proofread, be objective and correct errors prior to submission. </a:t>
            </a:r>
            <a:r>
              <a:rPr lang="en-GB" sz="1800" i="0" u="none" strike="noStrike" cap="none" dirty="0">
                <a:solidFill>
                  <a:srgbClr val="000000"/>
                </a:solidFill>
                <a:latin typeface="Meiryo" panose="020B0604030504040204" pitchFamily="34" charset="-128"/>
                <a:ea typeface="Meiryo" panose="020B0604030504040204" pitchFamily="34" charset="-128"/>
                <a:cs typeface="Meiryo"/>
                <a:sym typeface="Meiryo"/>
              </a:rPr>
              <a:t>If using ChatGPT, ensure your content is relevant prior to uploading. Please avoid multiple submissions.</a:t>
            </a:r>
            <a:endParaRPr sz="1800" i="0" u="none" strike="noStrike" cap="none" dirty="0">
              <a:solidFill>
                <a:srgbClr val="000000"/>
              </a:solidFill>
              <a:latin typeface="Meiryo" panose="020B0604030504040204" pitchFamily="34" charset="-128"/>
              <a:ea typeface="Meiryo" panose="020B0604030504040204" pitchFamily="34" charset="-128"/>
              <a:cs typeface="Meiryo"/>
              <a:sym typeface="Meiryo"/>
            </a:endParaRPr>
          </a:p>
          <a:p>
            <a:pPr marL="285750" marR="0" lvl="0" indent="-285750" rtl="0">
              <a:lnSpc>
                <a:spcPct val="150000"/>
              </a:lnSpc>
              <a:spcBef>
                <a:spcPts val="930"/>
              </a:spcBef>
              <a:spcAft>
                <a:spcPts val="0"/>
              </a:spcAft>
              <a:buClr>
                <a:srgbClr val="3F3F3F"/>
              </a:buClr>
              <a:buSzPts val="1400"/>
              <a:buFont typeface="Noto Sans Symbols"/>
              <a:buChar char="⮚"/>
            </a:pPr>
            <a:r>
              <a:rPr lang="en-GB" sz="1800" b="1" i="0" u="none" strike="noStrike" cap="none" dirty="0">
                <a:solidFill>
                  <a:srgbClr val="000000"/>
                </a:solidFill>
                <a:latin typeface="Meiryo" panose="020B0604030504040204" pitchFamily="34" charset="-128"/>
                <a:ea typeface="Meiryo" panose="020B0604030504040204" pitchFamily="34" charset="-128"/>
                <a:cs typeface="Meiryo"/>
                <a:sym typeface="Meiryo"/>
              </a:rPr>
              <a:t>Clocking In/Out: </a:t>
            </a:r>
            <a:r>
              <a:rPr lang="en-GB" sz="1800" b="0" i="0" u="none" strike="noStrike" cap="none" dirty="0">
                <a:solidFill>
                  <a:srgbClr val="000000"/>
                </a:solidFill>
                <a:latin typeface="Meiryo" panose="020B0604030504040204" pitchFamily="34" charset="-128"/>
                <a:ea typeface="Meiryo" panose="020B0604030504040204" pitchFamily="34" charset="-128"/>
                <a:cs typeface="Meiryo"/>
                <a:sym typeface="Meiryo"/>
              </a:rPr>
              <a:t>It is mandatory to clock in/out at the correct time and location. If facing technical issues, inform management immediately with a reason.  </a:t>
            </a:r>
            <a:r>
              <a:rPr lang="en-GB" sz="1800" b="1" i="0" u="none" strike="noStrike" cap="none" dirty="0">
                <a:solidFill>
                  <a:srgbClr val="000000"/>
                </a:solidFill>
                <a:latin typeface="Meiryo" panose="020B0604030504040204" pitchFamily="34" charset="-128"/>
                <a:ea typeface="Meiryo" panose="020B0604030504040204" pitchFamily="34" charset="-128"/>
                <a:cs typeface="Meiryo"/>
                <a:sym typeface="Meiryo"/>
              </a:rPr>
              <a:t>PLEASE KEEP YOUR SHIFTCARE NOTIFICATIONS AND LOCATION SETTINGS ON. </a:t>
            </a:r>
            <a:r>
              <a:rPr lang="en-GB" sz="1800" b="0" i="0" u="none" strike="noStrike" cap="none" dirty="0">
                <a:solidFill>
                  <a:srgbClr val="000000"/>
                </a:solidFill>
                <a:latin typeface="Meiryo" panose="020B0604030504040204" pitchFamily="34" charset="-128"/>
                <a:ea typeface="Meiryo" panose="020B0604030504040204" pitchFamily="34" charset="-128"/>
                <a:cs typeface="Meiryo"/>
                <a:sym typeface="Meiryo"/>
              </a:rPr>
              <a:t>This is to ensure you get alerts when there are shift changes and for us to gather evidence that you are at the right location. This is mandatory across the organisation.</a:t>
            </a:r>
            <a:endParaRPr sz="1800" dirty="0">
              <a:latin typeface="Meiryo" panose="020B0604030504040204" pitchFamily="34" charset="-128"/>
              <a:ea typeface="Meiryo" panose="020B0604030504040204" pitchFamily="34" charset="-128"/>
            </a:endParaRPr>
          </a:p>
          <a:p>
            <a:pPr marL="285750" marR="0" lvl="0" indent="-285750" rtl="0">
              <a:lnSpc>
                <a:spcPct val="150000"/>
              </a:lnSpc>
              <a:spcBef>
                <a:spcPts val="930"/>
              </a:spcBef>
              <a:spcAft>
                <a:spcPts val="0"/>
              </a:spcAft>
              <a:buClr>
                <a:srgbClr val="3F3F3F"/>
              </a:buClr>
              <a:buSzPts val="1400"/>
              <a:buFont typeface="Noto Sans Symbols"/>
              <a:buChar char="⮚"/>
            </a:pPr>
            <a:r>
              <a:rPr lang="en-GB" sz="1800" b="1" i="0" u="none" strike="noStrike" cap="none" dirty="0">
                <a:solidFill>
                  <a:srgbClr val="000000"/>
                </a:solidFill>
                <a:latin typeface="Meiryo" panose="020B0604030504040204" pitchFamily="34" charset="-128"/>
                <a:ea typeface="Meiryo" panose="020B0604030504040204" pitchFamily="34" charset="-128"/>
                <a:cs typeface="Meiryo"/>
                <a:sym typeface="Meiryo"/>
              </a:rPr>
              <a:t>Mobile Phone Usage: </a:t>
            </a:r>
            <a:r>
              <a:rPr lang="en-GB" sz="1800" b="0" i="0" u="none" strike="noStrike" cap="none" dirty="0">
                <a:solidFill>
                  <a:srgbClr val="000000"/>
                </a:solidFill>
                <a:latin typeface="Meiryo" panose="020B0604030504040204" pitchFamily="34" charset="-128"/>
                <a:ea typeface="Meiryo" panose="020B0604030504040204" pitchFamily="34" charset="-128"/>
                <a:cs typeface="Meiryo"/>
                <a:sym typeface="Meiryo"/>
              </a:rPr>
              <a:t>Adherence to our strict mobile phone usage policy.</a:t>
            </a:r>
            <a:endParaRPr sz="1800" dirty="0">
              <a:latin typeface="Meiryo" panose="020B0604030504040204" pitchFamily="34" charset="-128"/>
              <a:ea typeface="Meiryo" panose="020B0604030504040204" pitchFamily="34" charset="-128"/>
            </a:endParaRPr>
          </a:p>
        </p:txBody>
      </p:sp>
      <p:sp>
        <p:nvSpPr>
          <p:cNvPr id="163" name="Google Shape;163;p7"/>
          <p:cNvSpPr txBox="1"/>
          <p:nvPr/>
        </p:nvSpPr>
        <p:spPr>
          <a:xfrm>
            <a:off x="3853833" y="239158"/>
            <a:ext cx="398902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2800" b="1" i="0" u="sng" strike="noStrike" cap="none" dirty="0">
                <a:solidFill>
                  <a:srgbClr val="3F3F3F"/>
                </a:solidFill>
                <a:latin typeface="Meiryo"/>
                <a:ea typeface="Meiryo"/>
                <a:cs typeface="Meiryo"/>
                <a:sym typeface="Meiryo"/>
              </a:rPr>
              <a:t>Workplace Etiquette</a:t>
            </a:r>
            <a:endParaRPr sz="2800" b="0" i="0" u="sng"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8"/>
          <p:cNvSpPr txBox="1">
            <a:spLocks noGrp="1"/>
          </p:cNvSpPr>
          <p:nvPr>
            <p:ph type="title" idx="4294967295"/>
          </p:nvPr>
        </p:nvSpPr>
        <p:spPr>
          <a:xfrm>
            <a:off x="1711324" y="690"/>
            <a:ext cx="8769350" cy="785813"/>
          </a:xfrm>
          <a:prstGeom prst="rect">
            <a:avLst/>
          </a:prstGeom>
          <a:noFill/>
          <a:ln>
            <a:noFill/>
          </a:ln>
        </p:spPr>
        <p:txBody>
          <a:bodyPr spcFirstLastPara="1" wrap="square" lIns="109725" tIns="109725" rIns="109725" bIns="91425" anchor="b" anchorCtr="0">
            <a:normAutofit/>
          </a:bodyPr>
          <a:lstStyle/>
          <a:p>
            <a:pPr marL="0" lvl="0" indent="0" algn="ctr" rtl="0">
              <a:lnSpc>
                <a:spcPct val="130000"/>
              </a:lnSpc>
              <a:spcBef>
                <a:spcPts val="0"/>
              </a:spcBef>
              <a:spcAft>
                <a:spcPts val="0"/>
              </a:spcAft>
              <a:buClr>
                <a:srgbClr val="3F3F3F"/>
              </a:buClr>
              <a:buSzPct val="100000"/>
              <a:buFont typeface="Meiryo"/>
              <a:buNone/>
            </a:pPr>
            <a:r>
              <a:rPr lang="en-GB" sz="2800" u="sng" dirty="0"/>
              <a:t>Internal Communication</a:t>
            </a:r>
            <a:endParaRPr sz="2800" u="sng" dirty="0"/>
          </a:p>
        </p:txBody>
      </p:sp>
      <p:sp>
        <p:nvSpPr>
          <p:cNvPr id="169" name="Google Shape;169;p8"/>
          <p:cNvSpPr txBox="1">
            <a:spLocks noGrp="1"/>
          </p:cNvSpPr>
          <p:nvPr>
            <p:ph type="body" idx="4294967295"/>
          </p:nvPr>
        </p:nvSpPr>
        <p:spPr>
          <a:xfrm>
            <a:off x="1106640" y="786503"/>
            <a:ext cx="9978718" cy="5499997"/>
          </a:xfrm>
          <a:prstGeom prst="rect">
            <a:avLst/>
          </a:prstGeom>
          <a:noFill/>
          <a:ln>
            <a:noFill/>
          </a:ln>
        </p:spPr>
        <p:txBody>
          <a:bodyPr spcFirstLastPara="1" wrap="square" lIns="109725" tIns="109725" rIns="109725" bIns="91425" anchor="t" anchorCtr="0">
            <a:noAutofit/>
          </a:bodyPr>
          <a:lstStyle/>
          <a:p>
            <a:pPr marL="285750" lvl="0" indent="-285750" algn="l" rtl="0">
              <a:lnSpc>
                <a:spcPct val="140000"/>
              </a:lnSpc>
              <a:spcBef>
                <a:spcPts val="0"/>
              </a:spcBef>
              <a:spcAft>
                <a:spcPts val="0"/>
              </a:spcAft>
              <a:buClr>
                <a:srgbClr val="3F3F3F"/>
              </a:buClr>
              <a:buSzPts val="1700"/>
              <a:buFont typeface="Noto Sans Symbols"/>
              <a:buChar char="⮚"/>
            </a:pPr>
            <a:r>
              <a:rPr lang="en-GB" sz="1700" dirty="0"/>
              <a:t>We do not support clients who require 24/7 support, so there is no dedicated on-call service.</a:t>
            </a:r>
            <a:endParaRPr sz="2100" dirty="0"/>
          </a:p>
          <a:p>
            <a:pPr marL="285750" lvl="0" indent="-285750" algn="l" rtl="0">
              <a:lnSpc>
                <a:spcPct val="140000"/>
              </a:lnSpc>
              <a:spcBef>
                <a:spcPts val="930"/>
              </a:spcBef>
              <a:spcAft>
                <a:spcPts val="0"/>
              </a:spcAft>
              <a:buClr>
                <a:srgbClr val="3F3F3F"/>
              </a:buClr>
              <a:buSzPts val="1700"/>
              <a:buFont typeface="Noto Sans Symbols"/>
              <a:buChar char="⮚"/>
            </a:pPr>
            <a:r>
              <a:rPr lang="en-GB" sz="1700" dirty="0"/>
              <a:t>Phones will be manned after hours, with Sharon and Anand alternating on weekends.</a:t>
            </a:r>
            <a:r>
              <a:rPr lang="en-GB" sz="1700" b="1" dirty="0"/>
              <a:t> DO NOT TEXT</a:t>
            </a:r>
            <a:r>
              <a:rPr lang="en-GB" sz="1700" dirty="0"/>
              <a:t> after hours or when calling in sick—</a:t>
            </a:r>
            <a:r>
              <a:rPr lang="en-GB" sz="1700" b="1" dirty="0"/>
              <a:t>PLEASE CALL INSTEAD.</a:t>
            </a:r>
            <a:endParaRPr sz="2100" dirty="0"/>
          </a:p>
          <a:p>
            <a:pPr marL="285750" lvl="0" indent="-285750" algn="l" rtl="0">
              <a:lnSpc>
                <a:spcPct val="140000"/>
              </a:lnSpc>
              <a:spcBef>
                <a:spcPts val="930"/>
              </a:spcBef>
              <a:spcAft>
                <a:spcPts val="0"/>
              </a:spcAft>
              <a:buClr>
                <a:srgbClr val="3F3F3F"/>
              </a:buClr>
              <a:buSzPts val="1700"/>
              <a:buFont typeface="Noto Sans Symbols"/>
              <a:buChar char="⮚"/>
            </a:pPr>
            <a:r>
              <a:rPr lang="en-GB" sz="1700" dirty="0"/>
              <a:t>Regular work hours – 8.30 AM to 4.30 PM (Mon-Fri). Only initiate after-hours contact in case of an emergency or imminent risk requiring management’s intervention.</a:t>
            </a:r>
            <a:endParaRPr sz="1700" b="1" dirty="0"/>
          </a:p>
          <a:p>
            <a:pPr marL="285750" lvl="0" indent="-285750" algn="l" rtl="0">
              <a:lnSpc>
                <a:spcPct val="140000"/>
              </a:lnSpc>
              <a:spcBef>
                <a:spcPts val="930"/>
              </a:spcBef>
              <a:spcAft>
                <a:spcPts val="0"/>
              </a:spcAft>
              <a:buClr>
                <a:srgbClr val="3F3F3F"/>
              </a:buClr>
              <a:buSzPts val="1700"/>
              <a:buFont typeface="Noto Sans Symbols"/>
              <a:buChar char="⮚"/>
            </a:pPr>
            <a:r>
              <a:rPr lang="en-GB" sz="1700" dirty="0"/>
              <a:t>During work hours, allow sufficient time for line managers to respond before following up. Avoid sending a text and calling within a few minutes for the same issue. Example: When knocking on a client’s door, give them time to respond before calling for intervention.</a:t>
            </a:r>
            <a:endParaRPr sz="2100" dirty="0"/>
          </a:p>
          <a:p>
            <a:pPr marL="285750" lvl="0" indent="-285750" algn="l" rtl="0">
              <a:lnSpc>
                <a:spcPct val="140000"/>
              </a:lnSpc>
              <a:spcBef>
                <a:spcPts val="930"/>
              </a:spcBef>
              <a:spcAft>
                <a:spcPts val="0"/>
              </a:spcAft>
              <a:buClr>
                <a:srgbClr val="3F3F3F"/>
              </a:buClr>
              <a:buSzPts val="1700"/>
              <a:buFont typeface="Noto Sans Symbols"/>
              <a:buChar char="⮚"/>
            </a:pPr>
            <a:r>
              <a:rPr lang="en-GB" sz="1700" dirty="0"/>
              <a:t>All plans, risk assessments, and contact details are available on Shiftcare to help you work independently and support clients effectively.</a:t>
            </a:r>
            <a:endParaRPr sz="2100" dirty="0"/>
          </a:p>
          <a:p>
            <a:pPr marL="285750" lvl="0" indent="-285750" algn="l" rtl="0">
              <a:lnSpc>
                <a:spcPct val="140000"/>
              </a:lnSpc>
              <a:spcBef>
                <a:spcPts val="930"/>
              </a:spcBef>
              <a:spcAft>
                <a:spcPts val="0"/>
              </a:spcAft>
              <a:buClr>
                <a:srgbClr val="3F3F3F"/>
              </a:buClr>
              <a:buSzPts val="1700"/>
              <a:buFont typeface="Noto Sans Symbols"/>
              <a:buChar char="⮚"/>
            </a:pPr>
            <a:r>
              <a:rPr lang="en-GB" sz="1700" dirty="0"/>
              <a:t>Stay updated on all messages posted in our Signal groups.</a:t>
            </a:r>
            <a:endParaRPr sz="1700" dirty="0"/>
          </a:p>
        </p:txBody>
      </p:sp>
      <p:sp>
        <p:nvSpPr>
          <p:cNvPr id="170" name="Google Shape;170;p8"/>
          <p:cNvSpPr txBox="1">
            <a:spLocks noGrp="1"/>
          </p:cNvSpPr>
          <p:nvPr>
            <p:ph type="ftr" idx="11"/>
          </p:nvPr>
        </p:nvSpPr>
        <p:spPr>
          <a:xfrm>
            <a:off x="3262312" y="6515050"/>
            <a:ext cx="5667375"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a:solidFill>
                  <a:srgbClr val="FF0000"/>
                </a:solidFill>
              </a:rPr>
              <a:t>Owned by Infinity Supports WA Pty Ltd– Confidential &amp; Internal Use Only.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9"/>
          <p:cNvSpPr txBox="1">
            <a:spLocks noGrp="1"/>
          </p:cNvSpPr>
          <p:nvPr>
            <p:ph type="ctrTitle"/>
          </p:nvPr>
        </p:nvSpPr>
        <p:spPr>
          <a:xfrm>
            <a:off x="94822" y="2596963"/>
            <a:ext cx="3847913" cy="660724"/>
          </a:xfrm>
          <a:prstGeom prst="rect">
            <a:avLst/>
          </a:prstGeom>
          <a:noFill/>
          <a:ln>
            <a:noFill/>
          </a:ln>
        </p:spPr>
        <p:txBody>
          <a:bodyPr spcFirstLastPara="1" wrap="square" lIns="109725" tIns="109725" rIns="109725" bIns="91425" anchor="b" anchorCtr="0">
            <a:noAutofit/>
          </a:bodyPr>
          <a:lstStyle/>
          <a:p>
            <a:pPr marL="0" lvl="0" indent="0" algn="l" rtl="0">
              <a:lnSpc>
                <a:spcPct val="120000"/>
              </a:lnSpc>
              <a:spcBef>
                <a:spcPts val="0"/>
              </a:spcBef>
              <a:spcAft>
                <a:spcPts val="0"/>
              </a:spcAft>
              <a:buClr>
                <a:srgbClr val="262626"/>
              </a:buClr>
              <a:buSzPts val="5400"/>
              <a:buFont typeface="Meiryo"/>
              <a:buNone/>
            </a:pPr>
            <a:r>
              <a:rPr lang="en-GB" sz="2800" u="sng" dirty="0"/>
              <a:t>Other Expectations</a:t>
            </a:r>
            <a:endParaRPr sz="2800" u="sng" dirty="0"/>
          </a:p>
        </p:txBody>
      </p:sp>
      <p:sp>
        <p:nvSpPr>
          <p:cNvPr id="176" name="Google Shape;176;p9"/>
          <p:cNvSpPr txBox="1"/>
          <p:nvPr/>
        </p:nvSpPr>
        <p:spPr>
          <a:xfrm>
            <a:off x="5270921" y="0"/>
            <a:ext cx="6826257" cy="7017265"/>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000000"/>
              </a:buClr>
              <a:buSzPts val="1600"/>
              <a:buFont typeface="Arial"/>
              <a:buChar char="•"/>
            </a:pPr>
            <a:r>
              <a:rPr lang="en-GB" sz="1600" b="0" i="0" u="none" strike="noStrike" cap="none" dirty="0">
                <a:solidFill>
                  <a:srgbClr val="000000"/>
                </a:solidFill>
                <a:latin typeface="Meiryo"/>
                <a:ea typeface="Meiryo"/>
                <a:cs typeface="Meiryo"/>
                <a:sym typeface="Meiryo"/>
              </a:rPr>
              <a:t>The support worker role at Infinity Supports WA is formal, paid employment. To maintain consistency for both staff and clients, please schedule personal appointments outside work hours unless urgent. We are paid professionals, not carers.</a:t>
            </a:r>
          </a:p>
          <a:p>
            <a:pPr marR="0" lvl="0" algn="just" rtl="0">
              <a:lnSpc>
                <a:spcPct val="150000"/>
              </a:lnSpc>
              <a:spcBef>
                <a:spcPts val="0"/>
              </a:spcBef>
              <a:spcAft>
                <a:spcPts val="0"/>
              </a:spcAft>
              <a:buClr>
                <a:srgbClr val="000000"/>
              </a:buClr>
              <a:buSzPts val="1600"/>
            </a:pPr>
            <a:endParaRPr dirty="0"/>
          </a:p>
          <a:p>
            <a:pPr marL="285750" marR="0" lvl="0" indent="-285750" algn="just" rtl="0">
              <a:lnSpc>
                <a:spcPct val="150000"/>
              </a:lnSpc>
              <a:spcBef>
                <a:spcPts val="0"/>
              </a:spcBef>
              <a:spcAft>
                <a:spcPts val="0"/>
              </a:spcAft>
              <a:buClr>
                <a:srgbClr val="000000"/>
              </a:buClr>
              <a:buSzPts val="1600"/>
              <a:buFont typeface="Arial"/>
              <a:buChar char="•"/>
            </a:pPr>
            <a:r>
              <a:rPr lang="en-GB" sz="1600" b="0" i="0" u="none" strike="noStrike" cap="none" dirty="0">
                <a:solidFill>
                  <a:srgbClr val="000000"/>
                </a:solidFill>
                <a:latin typeface="Meiryo"/>
                <a:ea typeface="Meiryo"/>
                <a:cs typeface="Meiryo"/>
                <a:sym typeface="Meiryo"/>
              </a:rPr>
              <a:t>We strive to provide everyone a set ongoing roster to have some consistency in place and to facilitate work-life balance for all staff. Similarly, it is important that client’s routine and regular hours of supports are not disrupted to suit support worker’s personal commitments</a:t>
            </a:r>
            <a:r>
              <a:rPr lang="en-GB" sz="1600" dirty="0">
                <a:latin typeface="Meiryo"/>
                <a:ea typeface="Meiryo"/>
                <a:cs typeface="Meiryo"/>
                <a:sym typeface="Meiryo"/>
              </a:rPr>
              <a:t> i.e. </a:t>
            </a:r>
            <a:r>
              <a:rPr lang="en-GB" sz="1600" b="0" i="0" u="none" strike="noStrike" cap="none" dirty="0">
                <a:solidFill>
                  <a:srgbClr val="000000"/>
                </a:solidFill>
                <a:latin typeface="Meiryo"/>
                <a:ea typeface="Meiryo"/>
                <a:cs typeface="Meiryo"/>
                <a:sym typeface="Meiryo"/>
              </a:rPr>
              <a:t>Person-centred approach</a:t>
            </a:r>
          </a:p>
          <a:p>
            <a:pPr marR="0" lvl="0" algn="just" rtl="0">
              <a:lnSpc>
                <a:spcPct val="150000"/>
              </a:lnSpc>
              <a:spcBef>
                <a:spcPts val="0"/>
              </a:spcBef>
              <a:spcAft>
                <a:spcPts val="0"/>
              </a:spcAft>
              <a:buClr>
                <a:srgbClr val="000000"/>
              </a:buClr>
              <a:buSzPts val="1600"/>
            </a:pPr>
            <a:endParaRPr dirty="0"/>
          </a:p>
          <a:p>
            <a:pPr marL="285750" marR="0" lvl="0" indent="-285750" algn="just" rtl="0">
              <a:lnSpc>
                <a:spcPct val="150000"/>
              </a:lnSpc>
              <a:spcBef>
                <a:spcPts val="0"/>
              </a:spcBef>
              <a:spcAft>
                <a:spcPts val="0"/>
              </a:spcAft>
              <a:buClr>
                <a:srgbClr val="000000"/>
              </a:buClr>
              <a:buSzPts val="1600"/>
              <a:buFont typeface="Arial"/>
              <a:buChar char="•"/>
            </a:pPr>
            <a:r>
              <a:rPr lang="en-GB" sz="1600" b="0" i="0" u="none" strike="noStrike" cap="none" dirty="0">
                <a:solidFill>
                  <a:srgbClr val="000000"/>
                </a:solidFill>
                <a:latin typeface="Meiryo"/>
                <a:ea typeface="Meiryo"/>
                <a:cs typeface="Meiryo"/>
                <a:sym typeface="Meiryo"/>
              </a:rPr>
              <a:t>If unable to work your rostered shifts, inform us promptly. We will arrange alternate staff and part time contracts may be varied if needed. </a:t>
            </a:r>
          </a:p>
          <a:p>
            <a:pPr marR="0" lvl="0" algn="just" rtl="0">
              <a:lnSpc>
                <a:spcPct val="150000"/>
              </a:lnSpc>
              <a:spcBef>
                <a:spcPts val="0"/>
              </a:spcBef>
              <a:spcAft>
                <a:spcPts val="0"/>
              </a:spcAft>
              <a:buClr>
                <a:srgbClr val="000000"/>
              </a:buClr>
              <a:buSzPts val="1600"/>
            </a:pPr>
            <a:endParaRPr lang="en-GB" sz="1600" b="0" i="0" u="none" strike="noStrike" cap="none" dirty="0">
              <a:solidFill>
                <a:srgbClr val="000000"/>
              </a:solidFill>
              <a:latin typeface="Meiryo"/>
              <a:ea typeface="Meiryo"/>
              <a:cs typeface="Meiryo"/>
              <a:sym typeface="Meiryo"/>
            </a:endParaRPr>
          </a:p>
          <a:p>
            <a:pPr marL="285750" marR="0" lvl="0" indent="-285750" algn="just" rtl="0">
              <a:lnSpc>
                <a:spcPct val="150000"/>
              </a:lnSpc>
              <a:spcBef>
                <a:spcPts val="0"/>
              </a:spcBef>
              <a:spcAft>
                <a:spcPts val="0"/>
              </a:spcAft>
              <a:buClr>
                <a:srgbClr val="000000"/>
              </a:buClr>
              <a:buSzPts val="1600"/>
              <a:buFont typeface="Arial"/>
              <a:buChar char="•"/>
            </a:pPr>
            <a:r>
              <a:rPr lang="en-GB" sz="1600" b="0" i="0" u="none" strike="noStrike" cap="none" dirty="0">
                <a:solidFill>
                  <a:srgbClr val="000000"/>
                </a:solidFill>
                <a:latin typeface="Meiryo"/>
                <a:ea typeface="Meiryo"/>
                <a:cs typeface="Meiryo"/>
                <a:sym typeface="Meiryo"/>
              </a:rPr>
              <a:t>If unwell, notify us as early as possible for alternate arrangements. It is your responsibility to assess and inform us of your ability to work—medical decisions are not ours to make.</a:t>
            </a:r>
            <a:endParaRPr sz="1600" b="0" i="0" u="none" strike="noStrike" cap="none" dirty="0">
              <a:solidFill>
                <a:srgbClr val="000000"/>
              </a:solidFill>
              <a:latin typeface="Meiryo"/>
              <a:ea typeface="Meiryo"/>
              <a:cs typeface="Meiryo"/>
              <a:sym typeface="Meiryo"/>
            </a:endParaRPr>
          </a:p>
        </p:txBody>
      </p:sp>
      <p:sp>
        <p:nvSpPr>
          <p:cNvPr id="177" name="Google Shape;177;p9"/>
          <p:cNvSpPr txBox="1">
            <a:spLocks noGrp="1"/>
          </p:cNvSpPr>
          <p:nvPr>
            <p:ph type="ftr" idx="11"/>
          </p:nvPr>
        </p:nvSpPr>
        <p:spPr>
          <a:xfrm>
            <a:off x="94822" y="6252329"/>
            <a:ext cx="2310176"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a:solidFill>
                  <a:srgbClr val="FF0000"/>
                </a:solidFill>
              </a:rPr>
              <a:t>Owned by Infinity Supports WA Pty Ltd– Confidential &amp; Internal Use Only.</a:t>
            </a:r>
            <a:endParaRPr/>
          </a:p>
        </p:txBody>
      </p:sp>
      <p:pic>
        <p:nvPicPr>
          <p:cNvPr id="3" name="Picture 2" descr="A drawing of a person with various icons&#10;&#10;AI-generated content may be incorrect.">
            <a:extLst>
              <a:ext uri="{FF2B5EF4-FFF2-40B4-BE49-F238E27FC236}">
                <a16:creationId xmlns:a16="http://schemas.microsoft.com/office/drawing/2014/main" id="{3C7D99DC-F2DE-15B8-6CC0-88CA099DDFC1}"/>
              </a:ext>
            </a:extLst>
          </p:cNvPr>
          <p:cNvPicPr>
            <a:picLocks noChangeAspect="1"/>
          </p:cNvPicPr>
          <p:nvPr/>
        </p:nvPicPr>
        <p:blipFill>
          <a:blip r:embed="rId3"/>
          <a:stretch>
            <a:fillRect/>
          </a:stretch>
        </p:blipFill>
        <p:spPr>
          <a:xfrm>
            <a:off x="94822" y="3199445"/>
            <a:ext cx="5176099" cy="2911555"/>
          </a:xfrm>
          <a:prstGeom prst="rect">
            <a:avLst/>
          </a:prstGeom>
        </p:spPr>
      </p:pic>
      <p:pic>
        <p:nvPicPr>
          <p:cNvPr id="5" name="Picture 4" descr="A group of people posing for a photo&#10;&#10;AI-generated content may be incorrect.">
            <a:extLst>
              <a:ext uri="{FF2B5EF4-FFF2-40B4-BE49-F238E27FC236}">
                <a16:creationId xmlns:a16="http://schemas.microsoft.com/office/drawing/2014/main" id="{06995EDB-F4A6-0188-3317-31457A7269CE}"/>
              </a:ext>
            </a:extLst>
          </p:cNvPr>
          <p:cNvPicPr>
            <a:picLocks noChangeAspect="1"/>
          </p:cNvPicPr>
          <p:nvPr/>
        </p:nvPicPr>
        <p:blipFill>
          <a:blip r:embed="rId4"/>
          <a:stretch>
            <a:fillRect/>
          </a:stretch>
        </p:blipFill>
        <p:spPr>
          <a:xfrm>
            <a:off x="94822" y="633273"/>
            <a:ext cx="2402572" cy="16134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23"/>
          <p:cNvSpPr txBox="1">
            <a:spLocks noGrp="1"/>
          </p:cNvSpPr>
          <p:nvPr>
            <p:ph type="title"/>
          </p:nvPr>
        </p:nvSpPr>
        <p:spPr>
          <a:xfrm>
            <a:off x="4392529" y="310322"/>
            <a:ext cx="6665976" cy="777992"/>
          </a:xfrm>
          <a:prstGeom prst="rect">
            <a:avLst/>
          </a:prstGeom>
          <a:noFill/>
          <a:ln>
            <a:noFill/>
          </a:ln>
        </p:spPr>
        <p:txBody>
          <a:bodyPr spcFirstLastPara="1" wrap="square" lIns="109725" tIns="109725" rIns="109725" bIns="91425" anchor="b" anchorCtr="0">
            <a:noAutofit/>
          </a:bodyPr>
          <a:lstStyle/>
          <a:p>
            <a:pPr marL="0" lvl="0" indent="0" algn="ctr" rtl="0">
              <a:lnSpc>
                <a:spcPct val="130000"/>
              </a:lnSpc>
              <a:spcBef>
                <a:spcPts val="0"/>
              </a:spcBef>
              <a:spcAft>
                <a:spcPts val="0"/>
              </a:spcAft>
              <a:buClr>
                <a:srgbClr val="3F3F3F"/>
              </a:buClr>
              <a:buSzPts val="3200"/>
              <a:buFont typeface="Meiryo"/>
              <a:buNone/>
            </a:pPr>
            <a:r>
              <a:rPr lang="en-GB" sz="3200" u="sng" dirty="0"/>
              <a:t>Audit</a:t>
            </a:r>
            <a:endParaRPr sz="3200" u="sng" dirty="0"/>
          </a:p>
        </p:txBody>
      </p:sp>
      <p:sp>
        <p:nvSpPr>
          <p:cNvPr id="360" name="Google Shape;360;p23"/>
          <p:cNvSpPr txBox="1">
            <a:spLocks noGrp="1"/>
          </p:cNvSpPr>
          <p:nvPr>
            <p:ph type="body" idx="1"/>
          </p:nvPr>
        </p:nvSpPr>
        <p:spPr>
          <a:xfrm>
            <a:off x="4215536" y="1235192"/>
            <a:ext cx="7019962" cy="5459970"/>
          </a:xfrm>
          <a:prstGeom prst="rect">
            <a:avLst/>
          </a:prstGeom>
          <a:noFill/>
          <a:ln>
            <a:noFill/>
          </a:ln>
        </p:spPr>
        <p:txBody>
          <a:bodyPr spcFirstLastPara="1" wrap="square" lIns="109725" tIns="109725" rIns="109725" bIns="91425" anchor="t" anchorCtr="0">
            <a:noAutofit/>
          </a:bodyPr>
          <a:lstStyle/>
          <a:p>
            <a:pPr marL="285750" lvl="0" indent="-285750" algn="l" rtl="0">
              <a:lnSpc>
                <a:spcPct val="150000"/>
              </a:lnSpc>
              <a:spcBef>
                <a:spcPts val="0"/>
              </a:spcBef>
              <a:spcAft>
                <a:spcPts val="0"/>
              </a:spcAft>
              <a:buClr>
                <a:srgbClr val="3F3F3F"/>
              </a:buClr>
              <a:buSzPts val="1800"/>
              <a:buFont typeface="Arial"/>
              <a:buChar char="•"/>
            </a:pPr>
            <a:r>
              <a:rPr lang="en-GB" sz="1800" dirty="0">
                <a:solidFill>
                  <a:schemeClr val="dk1"/>
                </a:solidFill>
              </a:rPr>
              <a:t>Audit is a part of our registration for compliance.</a:t>
            </a:r>
            <a:endParaRPr sz="1800" dirty="0">
              <a:solidFill>
                <a:schemeClr val="dk1"/>
              </a:solidFill>
            </a:endParaRPr>
          </a:p>
          <a:p>
            <a:pPr marL="285750" lvl="0" indent="-285750" algn="l" rtl="0">
              <a:lnSpc>
                <a:spcPct val="150000"/>
              </a:lnSpc>
              <a:spcBef>
                <a:spcPts val="930"/>
              </a:spcBef>
              <a:spcAft>
                <a:spcPts val="0"/>
              </a:spcAft>
              <a:buClr>
                <a:srgbClr val="3F3F3F"/>
              </a:buClr>
              <a:buSzPts val="1800"/>
              <a:buFont typeface="Arial"/>
              <a:buChar char="•"/>
            </a:pPr>
            <a:r>
              <a:rPr lang="en-GB" sz="1800" dirty="0">
                <a:solidFill>
                  <a:schemeClr val="dk1"/>
                </a:solidFill>
              </a:rPr>
              <a:t>Client opt in and out however you can’t.</a:t>
            </a:r>
            <a:endParaRPr sz="1800" dirty="0">
              <a:solidFill>
                <a:schemeClr val="dk1"/>
              </a:solidFill>
            </a:endParaRPr>
          </a:p>
          <a:p>
            <a:pPr marL="285750" lvl="0" indent="-285750" algn="l" rtl="0">
              <a:lnSpc>
                <a:spcPct val="150000"/>
              </a:lnSpc>
              <a:spcBef>
                <a:spcPts val="930"/>
              </a:spcBef>
              <a:spcAft>
                <a:spcPts val="0"/>
              </a:spcAft>
              <a:buClr>
                <a:srgbClr val="3F3F3F"/>
              </a:buClr>
              <a:buSzPts val="1800"/>
              <a:buFont typeface="Arial"/>
              <a:buChar char="•"/>
            </a:pPr>
            <a:r>
              <a:rPr lang="en-GB" sz="1800" dirty="0">
                <a:solidFill>
                  <a:schemeClr val="dk1"/>
                </a:solidFill>
              </a:rPr>
              <a:t>You may be called by an audit and asked questions like </a:t>
            </a:r>
            <a:endParaRPr sz="1800" dirty="0">
              <a:solidFill>
                <a:schemeClr val="dk1"/>
              </a:solidFill>
            </a:endParaRPr>
          </a:p>
          <a:p>
            <a:pPr marL="914400" lvl="1" indent="-334326" algn="l" rtl="0">
              <a:lnSpc>
                <a:spcPct val="150000"/>
              </a:lnSpc>
              <a:spcBef>
                <a:spcPts val="930"/>
              </a:spcBef>
              <a:spcAft>
                <a:spcPts val="0"/>
              </a:spcAft>
              <a:buSzPts val="1800"/>
              <a:buFont typeface="Noto Sans Symbols"/>
              <a:buChar char="⮚"/>
            </a:pPr>
            <a:r>
              <a:rPr lang="en-GB" sz="1800" dirty="0">
                <a:solidFill>
                  <a:schemeClr val="dk1"/>
                </a:solidFill>
              </a:rPr>
              <a:t>Where do you find the policies and procedures? Does anyone know?</a:t>
            </a:r>
            <a:endParaRPr sz="1800" dirty="0">
              <a:solidFill>
                <a:schemeClr val="dk1"/>
              </a:solidFill>
            </a:endParaRPr>
          </a:p>
          <a:p>
            <a:pPr marL="914400" lvl="1" indent="-334326" algn="l" rtl="0">
              <a:lnSpc>
                <a:spcPct val="150000"/>
              </a:lnSpc>
              <a:spcBef>
                <a:spcPts val="930"/>
              </a:spcBef>
              <a:spcAft>
                <a:spcPts val="0"/>
              </a:spcAft>
              <a:buSzPts val="1800"/>
              <a:buFont typeface="Noto Sans Symbols"/>
              <a:buChar char="⮚"/>
            </a:pPr>
            <a:r>
              <a:rPr lang="en-GB" sz="1800" dirty="0">
                <a:solidFill>
                  <a:schemeClr val="dk1"/>
                </a:solidFill>
              </a:rPr>
              <a:t>What is a behaviour support plan? Ben will expand on that soon</a:t>
            </a:r>
            <a:endParaRPr sz="1800" dirty="0">
              <a:solidFill>
                <a:schemeClr val="dk1"/>
              </a:solidFill>
            </a:endParaRPr>
          </a:p>
          <a:p>
            <a:pPr marL="914400" lvl="1" indent="-334326" algn="l" rtl="0">
              <a:lnSpc>
                <a:spcPct val="150000"/>
              </a:lnSpc>
              <a:spcBef>
                <a:spcPts val="930"/>
              </a:spcBef>
              <a:spcAft>
                <a:spcPts val="0"/>
              </a:spcAft>
              <a:buSzPts val="1800"/>
              <a:buFont typeface="Noto Sans Symbols"/>
              <a:buChar char="⮚"/>
            </a:pPr>
            <a:r>
              <a:rPr lang="en-GB" sz="1800" dirty="0">
                <a:solidFill>
                  <a:schemeClr val="dk1"/>
                </a:solidFill>
              </a:rPr>
              <a:t>What is a restrictive practice? Ben will touch on that soon</a:t>
            </a:r>
            <a:endParaRPr sz="1800" dirty="0">
              <a:solidFill>
                <a:schemeClr val="dk1"/>
              </a:solidFill>
            </a:endParaRPr>
          </a:p>
          <a:p>
            <a:pPr marL="914400" lvl="1" indent="-334326" algn="l" rtl="0">
              <a:lnSpc>
                <a:spcPct val="150000"/>
              </a:lnSpc>
              <a:spcBef>
                <a:spcPts val="930"/>
              </a:spcBef>
              <a:spcAft>
                <a:spcPts val="0"/>
              </a:spcAft>
              <a:buSzPts val="1800"/>
              <a:buFont typeface="Noto Sans Symbols"/>
              <a:buChar char="⮚"/>
            </a:pPr>
            <a:r>
              <a:rPr lang="en-GB" sz="1800" dirty="0">
                <a:solidFill>
                  <a:schemeClr val="dk1"/>
                </a:solidFill>
              </a:rPr>
              <a:t>What is the company complaints procedure and where do you find it?</a:t>
            </a:r>
            <a:endParaRPr sz="1800" dirty="0">
              <a:solidFill>
                <a:schemeClr val="dk1"/>
              </a:solidFill>
            </a:endParaRPr>
          </a:p>
        </p:txBody>
      </p:sp>
      <p:sp>
        <p:nvSpPr>
          <p:cNvPr id="361" name="Google Shape;361;p23"/>
          <p:cNvSpPr txBox="1">
            <a:spLocks noGrp="1"/>
          </p:cNvSpPr>
          <p:nvPr>
            <p:ph type="ftr" idx="11"/>
          </p:nvPr>
        </p:nvSpPr>
        <p:spPr>
          <a:xfrm>
            <a:off x="0" y="6212910"/>
            <a:ext cx="3810000"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a:solidFill>
                  <a:srgbClr val="FF0000"/>
                </a:solidFill>
              </a:rPr>
              <a:t>Owned by Infinity Supports WA Pty Ltd– Confidential &amp; Internal Use Only.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24"/>
          <p:cNvSpPr txBox="1">
            <a:spLocks noGrp="1"/>
          </p:cNvSpPr>
          <p:nvPr>
            <p:ph type="ftr" idx="11"/>
          </p:nvPr>
        </p:nvSpPr>
        <p:spPr>
          <a:xfrm>
            <a:off x="1920240" y="6170490"/>
            <a:ext cx="5667375"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a:solidFill>
                  <a:srgbClr val="FF0000"/>
                </a:solidFill>
              </a:rPr>
              <a:t>Owned by Infinity Supports WA Pty Ltd– Confidential &amp; Internal Use Only.</a:t>
            </a:r>
            <a:endParaRPr/>
          </a:p>
        </p:txBody>
      </p:sp>
      <p:sp>
        <p:nvSpPr>
          <p:cNvPr id="367" name="Google Shape;367;p24"/>
          <p:cNvSpPr txBox="1">
            <a:spLocks noGrp="1"/>
          </p:cNvSpPr>
          <p:nvPr>
            <p:ph type="title" idx="4294967295"/>
          </p:nvPr>
        </p:nvSpPr>
        <p:spPr>
          <a:xfrm>
            <a:off x="3245157" y="488611"/>
            <a:ext cx="5701685" cy="651797"/>
          </a:xfrm>
          <a:prstGeom prst="rect">
            <a:avLst/>
          </a:prstGeom>
          <a:noFill/>
          <a:ln>
            <a:noFill/>
          </a:ln>
        </p:spPr>
        <p:txBody>
          <a:bodyPr spcFirstLastPara="1" wrap="square" lIns="109725" tIns="109725" rIns="109725" bIns="91425" anchor="ctr" anchorCtr="0">
            <a:noAutofit/>
          </a:bodyPr>
          <a:lstStyle/>
          <a:p>
            <a:pPr marL="0" lvl="0" indent="0" algn="ctr" rtl="0">
              <a:lnSpc>
                <a:spcPct val="130000"/>
              </a:lnSpc>
              <a:spcBef>
                <a:spcPts val="0"/>
              </a:spcBef>
              <a:spcAft>
                <a:spcPts val="0"/>
              </a:spcAft>
              <a:buClr>
                <a:srgbClr val="3F3F3F"/>
              </a:buClr>
              <a:buSzPts val="3200"/>
              <a:buFont typeface="Meiryo"/>
              <a:buNone/>
            </a:pPr>
            <a:r>
              <a:rPr lang="en-GB" sz="2800" u="sng" dirty="0"/>
              <a:t>Key Points for Audit</a:t>
            </a:r>
            <a:endParaRPr sz="2800" u="sng" dirty="0"/>
          </a:p>
        </p:txBody>
      </p:sp>
      <p:sp>
        <p:nvSpPr>
          <p:cNvPr id="368" name="Google Shape;368;p24"/>
          <p:cNvSpPr txBox="1">
            <a:spLocks noGrp="1"/>
          </p:cNvSpPr>
          <p:nvPr>
            <p:ph type="body" idx="4294967295"/>
          </p:nvPr>
        </p:nvSpPr>
        <p:spPr>
          <a:xfrm>
            <a:off x="1711324" y="1605526"/>
            <a:ext cx="8769350" cy="3911600"/>
          </a:xfrm>
          <a:prstGeom prst="rect">
            <a:avLst/>
          </a:prstGeom>
          <a:noFill/>
          <a:ln>
            <a:noFill/>
          </a:ln>
        </p:spPr>
        <p:txBody>
          <a:bodyPr spcFirstLastPara="1" wrap="square" lIns="109725" tIns="109725" rIns="109725" bIns="91425" anchor="t" anchorCtr="0">
            <a:normAutofit/>
          </a:bodyPr>
          <a:lstStyle/>
          <a:p>
            <a:pPr marL="457200" lvl="0" indent="-342900" algn="l" rtl="0">
              <a:lnSpc>
                <a:spcPct val="150000"/>
              </a:lnSpc>
              <a:spcBef>
                <a:spcPts val="0"/>
              </a:spcBef>
              <a:spcAft>
                <a:spcPts val="0"/>
              </a:spcAft>
              <a:buSzPts val="1800"/>
              <a:buAutoNum type="arabicPeriod"/>
            </a:pPr>
            <a:r>
              <a:rPr lang="en-GB" dirty="0"/>
              <a:t>Do you know how to support your client provider feedback and or compliant?</a:t>
            </a:r>
            <a:endParaRPr dirty="0"/>
          </a:p>
          <a:p>
            <a:pPr marL="457200" lvl="0" indent="-342900" algn="l" rtl="0">
              <a:lnSpc>
                <a:spcPct val="150000"/>
              </a:lnSpc>
              <a:spcBef>
                <a:spcPts val="0"/>
              </a:spcBef>
              <a:spcAft>
                <a:spcPts val="0"/>
              </a:spcAft>
              <a:buSzPts val="1800"/>
              <a:buAutoNum type="arabicPeriod"/>
            </a:pPr>
            <a:r>
              <a:rPr lang="en-GB" dirty="0"/>
              <a:t>What are the documents you should be looking at prior to starting with a client? Where do you find them?</a:t>
            </a:r>
            <a:endParaRPr dirty="0"/>
          </a:p>
          <a:p>
            <a:pPr marL="457200" lvl="0" indent="-342900" algn="l" rtl="0">
              <a:lnSpc>
                <a:spcPct val="150000"/>
              </a:lnSpc>
              <a:spcBef>
                <a:spcPts val="0"/>
              </a:spcBef>
              <a:spcAft>
                <a:spcPts val="0"/>
              </a:spcAft>
              <a:buSzPts val="1800"/>
              <a:buAutoNum type="arabicPeriod"/>
            </a:pPr>
            <a:r>
              <a:rPr lang="en-GB" dirty="0"/>
              <a:t>Where is your clients safe meeting place?</a:t>
            </a:r>
            <a:endParaRPr dirty="0"/>
          </a:p>
          <a:p>
            <a:pPr marL="457200" lvl="0" indent="-342900" algn="l" rtl="0">
              <a:lnSpc>
                <a:spcPct val="150000"/>
              </a:lnSpc>
              <a:spcBef>
                <a:spcPts val="0"/>
              </a:spcBef>
              <a:spcAft>
                <a:spcPts val="0"/>
              </a:spcAft>
              <a:buSzPts val="1800"/>
              <a:buAutoNum type="arabicPeriod"/>
            </a:pPr>
            <a:r>
              <a:rPr lang="en-GB" dirty="0"/>
              <a:t>Who reads the shift notes prior to there next shifts?</a:t>
            </a:r>
            <a:endParaRPr dirty="0"/>
          </a:p>
          <a:p>
            <a:pPr marL="457200" lvl="0" indent="-342900" algn="l" rtl="0">
              <a:lnSpc>
                <a:spcPct val="150000"/>
              </a:lnSpc>
              <a:spcBef>
                <a:spcPts val="0"/>
              </a:spcBef>
              <a:spcAft>
                <a:spcPts val="0"/>
              </a:spcAft>
              <a:buSzPts val="1800"/>
              <a:buAutoNum type="arabicPeriod"/>
            </a:pPr>
            <a:r>
              <a:rPr lang="en-GB" dirty="0"/>
              <a:t>Where do you find incidents report</a:t>
            </a:r>
            <a:endParaRPr dirty="0"/>
          </a:p>
          <a:p>
            <a:pPr marL="457200" lvl="0" indent="-342900" algn="l" rtl="0">
              <a:lnSpc>
                <a:spcPct val="150000"/>
              </a:lnSpc>
              <a:spcBef>
                <a:spcPts val="0"/>
              </a:spcBef>
              <a:spcAft>
                <a:spcPts val="0"/>
              </a:spcAft>
              <a:buSzPts val="1800"/>
              <a:buAutoNum type="arabicPeriod"/>
            </a:pPr>
            <a:r>
              <a:rPr lang="en-GB" dirty="0"/>
              <a:t>Do you know the company hierarchy?</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25" descr="A diagram of a company&#10;&#10;Description automatically generated"/>
          <p:cNvPicPr preferRelativeResize="0"/>
          <p:nvPr/>
        </p:nvPicPr>
        <p:blipFill rotWithShape="1">
          <a:blip r:embed="rId3">
            <a:alphaModFix/>
          </a:blip>
          <a:srcRect/>
          <a:stretch/>
        </p:blipFill>
        <p:spPr>
          <a:xfrm>
            <a:off x="0" y="0"/>
            <a:ext cx="12191999" cy="6858001"/>
          </a:xfrm>
          <a:prstGeom prst="rect">
            <a:avLst/>
          </a:prstGeom>
          <a:noFill/>
          <a:ln>
            <a:noFill/>
          </a:ln>
        </p:spPr>
      </p:pic>
      <p:sp>
        <p:nvSpPr>
          <p:cNvPr id="374" name="Google Shape;374;p25"/>
          <p:cNvSpPr txBox="1"/>
          <p:nvPr/>
        </p:nvSpPr>
        <p:spPr>
          <a:xfrm>
            <a:off x="2580361" y="3429000"/>
            <a:ext cx="111481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1400" b="0" i="0" u="none" strike="noStrike" cap="none">
                <a:solidFill>
                  <a:schemeClr val="lt1"/>
                </a:solidFill>
                <a:latin typeface="Arial"/>
                <a:ea typeface="Arial"/>
                <a:cs typeface="Arial"/>
                <a:sym typeface="Arial"/>
              </a:rPr>
              <a:t>Ben Mays</a:t>
            </a:r>
            <a:endParaRPr sz="1400" b="0" i="0" u="none" strike="noStrike" cap="none">
              <a:solidFill>
                <a:schemeClr val="lt1"/>
              </a:solidFill>
              <a:latin typeface="Arial"/>
              <a:ea typeface="Arial"/>
              <a:cs typeface="Arial"/>
              <a:sym typeface="Arial"/>
            </a:endParaRPr>
          </a:p>
        </p:txBody>
      </p:sp>
      <p:sp>
        <p:nvSpPr>
          <p:cNvPr id="375" name="Google Shape;375;p25"/>
          <p:cNvSpPr txBox="1"/>
          <p:nvPr/>
        </p:nvSpPr>
        <p:spPr>
          <a:xfrm>
            <a:off x="5198301" y="2279737"/>
            <a:ext cx="140291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1400" b="0" i="0" u="none" strike="noStrike" cap="none">
                <a:solidFill>
                  <a:schemeClr val="lt1"/>
                </a:solidFill>
                <a:latin typeface="Arial"/>
                <a:ea typeface="Arial"/>
                <a:cs typeface="Arial"/>
                <a:sym typeface="Arial"/>
              </a:rPr>
              <a:t>Teresa Tay</a:t>
            </a:r>
            <a:endParaRPr sz="1400" b="0" i="0" u="none" strike="noStrike" cap="none">
              <a:solidFill>
                <a:schemeClr val="lt1"/>
              </a:solidFill>
              <a:latin typeface="Arial"/>
              <a:ea typeface="Arial"/>
              <a:cs typeface="Arial"/>
              <a:sym typeface="Arial"/>
            </a:endParaRPr>
          </a:p>
        </p:txBody>
      </p:sp>
      <p:sp>
        <p:nvSpPr>
          <p:cNvPr id="376" name="Google Shape;376;p25"/>
          <p:cNvSpPr txBox="1">
            <a:spLocks noGrp="1"/>
          </p:cNvSpPr>
          <p:nvPr>
            <p:ph type="ftr" idx="11"/>
          </p:nvPr>
        </p:nvSpPr>
        <p:spPr>
          <a:xfrm>
            <a:off x="2364613" y="6400800"/>
            <a:ext cx="5667375"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a:solidFill>
                  <a:srgbClr val="FF0000"/>
                </a:solidFill>
              </a:rPr>
              <a:t>Owned by Infinity Supports WA Pty Ltd– Confidential &amp; Internal Use Only.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26"/>
          <p:cNvSpPr txBox="1"/>
          <p:nvPr/>
        </p:nvSpPr>
        <p:spPr>
          <a:xfrm>
            <a:off x="963561" y="334296"/>
            <a:ext cx="10264877" cy="3020058"/>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1800"/>
              <a:buFont typeface="Arial"/>
              <a:buNone/>
            </a:pPr>
            <a:r>
              <a:rPr lang="en-GB" sz="1800" b="1" i="0" u="none" strike="noStrike" cap="none" dirty="0">
                <a:solidFill>
                  <a:schemeClr val="dk1"/>
                </a:solidFill>
                <a:latin typeface="Meiryo"/>
                <a:ea typeface="Meiryo"/>
                <a:cs typeface="Meiryo"/>
                <a:sym typeface="Meiryo"/>
              </a:rPr>
              <a:t>Our website: </a:t>
            </a:r>
            <a:r>
              <a:rPr lang="en-GB" sz="1800" b="1" i="0" u="sng" strike="noStrike" cap="none" dirty="0">
                <a:solidFill>
                  <a:schemeClr val="hlink"/>
                </a:solidFill>
                <a:latin typeface="Meiryo"/>
                <a:ea typeface="Meiryo"/>
                <a:cs typeface="Meiryo"/>
                <a:sym typeface="Meiryo"/>
                <a:hlinkClick r:id="rId3"/>
              </a:rPr>
              <a:t>www.infinitysupportswa.org</a:t>
            </a:r>
            <a:endParaRPr sz="1800" b="1" i="0" u="none" strike="noStrike" cap="none" dirty="0">
              <a:solidFill>
                <a:schemeClr val="dk1"/>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800"/>
              <a:buFont typeface="Arial"/>
              <a:buNone/>
            </a:pPr>
            <a:endParaRPr sz="1800" b="1" i="0" u="none" strike="noStrike" cap="none" dirty="0">
              <a:solidFill>
                <a:schemeClr val="dk1"/>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800"/>
              <a:buFont typeface="Arial"/>
              <a:buNone/>
            </a:pPr>
            <a:endParaRPr sz="1800" b="1" i="0" u="none" strike="noStrike" cap="none" dirty="0">
              <a:solidFill>
                <a:schemeClr val="dk1"/>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800"/>
              <a:buFont typeface="Arial"/>
              <a:buNone/>
            </a:pPr>
            <a:endParaRPr sz="1800" b="1" i="0" u="none" strike="noStrike" cap="none" dirty="0">
              <a:solidFill>
                <a:schemeClr val="dk1"/>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400"/>
              <a:buFont typeface="Arial"/>
              <a:buNone/>
            </a:pPr>
            <a:r>
              <a:rPr lang="en-GB" sz="1400" b="0" i="0" u="none" strike="noStrike" cap="none" dirty="0">
                <a:solidFill>
                  <a:schemeClr val="dk1"/>
                </a:solidFill>
                <a:latin typeface="Meiryo"/>
                <a:ea typeface="Meiryo"/>
                <a:cs typeface="Meiryo"/>
                <a:sym typeface="Meiryo"/>
              </a:rPr>
              <a:t>You can find the following on our website:</a:t>
            </a:r>
            <a:endParaRPr sz="1400" b="0" i="0" u="none" strike="noStrike" cap="none" dirty="0">
              <a:solidFill>
                <a:srgbClr val="000000"/>
              </a:solidFill>
              <a:latin typeface="Arial"/>
              <a:ea typeface="Arial"/>
              <a:cs typeface="Arial"/>
              <a:sym typeface="Arial"/>
            </a:endParaRPr>
          </a:p>
          <a:p>
            <a:pPr marL="285750" marR="0" lvl="0" indent="-285750" algn="ctr" rtl="0">
              <a:lnSpc>
                <a:spcPct val="150000"/>
              </a:lnSpc>
              <a:spcBef>
                <a:spcPts val="0"/>
              </a:spcBef>
              <a:spcAft>
                <a:spcPts val="0"/>
              </a:spcAft>
              <a:buClr>
                <a:schemeClr val="dk1"/>
              </a:buClr>
              <a:buSzPts val="1400"/>
              <a:buFont typeface="Arial"/>
              <a:buChar char="•"/>
            </a:pPr>
            <a:r>
              <a:rPr lang="en-GB" sz="1400" b="1" i="0" u="none" strike="noStrike" cap="none" dirty="0">
                <a:solidFill>
                  <a:schemeClr val="dk1"/>
                </a:solidFill>
                <a:latin typeface="Meiryo"/>
                <a:ea typeface="Meiryo"/>
                <a:cs typeface="Meiryo"/>
                <a:sym typeface="Meiryo"/>
              </a:rPr>
              <a:t>Our contact information</a:t>
            </a:r>
            <a:endParaRPr sz="1400" b="0" i="0" u="none" strike="noStrike" cap="none" dirty="0">
              <a:solidFill>
                <a:srgbClr val="000000"/>
              </a:solidFill>
              <a:latin typeface="Arial"/>
              <a:ea typeface="Arial"/>
              <a:cs typeface="Arial"/>
              <a:sym typeface="Arial"/>
            </a:endParaRPr>
          </a:p>
          <a:p>
            <a:pPr marL="285750" marR="0" lvl="0" indent="-285750" algn="ctr" rtl="0">
              <a:lnSpc>
                <a:spcPct val="150000"/>
              </a:lnSpc>
              <a:spcBef>
                <a:spcPts val="0"/>
              </a:spcBef>
              <a:spcAft>
                <a:spcPts val="0"/>
              </a:spcAft>
              <a:buClr>
                <a:schemeClr val="dk1"/>
              </a:buClr>
              <a:buSzPts val="1400"/>
              <a:buFont typeface="Arial"/>
              <a:buChar char="•"/>
            </a:pPr>
            <a:r>
              <a:rPr lang="en-GB" sz="1400" b="1" i="0" u="none" strike="noStrike" cap="none" dirty="0">
                <a:solidFill>
                  <a:schemeClr val="dk1"/>
                </a:solidFill>
                <a:latin typeface="Meiryo"/>
                <a:ea typeface="Meiryo"/>
                <a:cs typeface="Meiryo"/>
                <a:sym typeface="Meiryo"/>
              </a:rPr>
              <a:t>Policies and procedures</a:t>
            </a:r>
            <a:endParaRPr sz="1400" b="0" i="0" u="none" strike="noStrike" cap="none" dirty="0">
              <a:solidFill>
                <a:srgbClr val="000000"/>
              </a:solidFill>
              <a:latin typeface="Arial"/>
              <a:ea typeface="Arial"/>
              <a:cs typeface="Arial"/>
              <a:sym typeface="Arial"/>
            </a:endParaRPr>
          </a:p>
          <a:p>
            <a:pPr marL="285750" marR="0" lvl="0" indent="-285750" algn="ctr" rtl="0">
              <a:lnSpc>
                <a:spcPct val="150000"/>
              </a:lnSpc>
              <a:spcBef>
                <a:spcPts val="0"/>
              </a:spcBef>
              <a:spcAft>
                <a:spcPts val="0"/>
              </a:spcAft>
              <a:buClr>
                <a:schemeClr val="dk1"/>
              </a:buClr>
              <a:buSzPts val="1400"/>
              <a:buFont typeface="Arial"/>
              <a:buChar char="•"/>
            </a:pPr>
            <a:r>
              <a:rPr lang="en-GB" sz="1400" b="1" i="0" u="none" strike="noStrike" cap="none" dirty="0">
                <a:solidFill>
                  <a:schemeClr val="dk1"/>
                </a:solidFill>
                <a:latin typeface="Meiryo"/>
                <a:ea typeface="Meiryo"/>
                <a:cs typeface="Meiryo"/>
                <a:sym typeface="Meiryo"/>
              </a:rPr>
              <a:t>Complaints and feedback form</a:t>
            </a:r>
            <a:endParaRPr sz="1400" b="1" i="0" u="none" strike="noStrike" cap="none" dirty="0">
              <a:solidFill>
                <a:schemeClr val="dk1"/>
              </a:solidFill>
              <a:latin typeface="Meiryo"/>
              <a:ea typeface="Meiryo"/>
              <a:cs typeface="Meiryo"/>
              <a:sym typeface="Meiryo"/>
            </a:endParaRPr>
          </a:p>
        </p:txBody>
      </p:sp>
      <p:pic>
        <p:nvPicPr>
          <p:cNvPr id="382" name="Google Shape;382;p26" descr="A screenshot of a phone&#10;&#10;Description automatically generated"/>
          <p:cNvPicPr preferRelativeResize="0"/>
          <p:nvPr/>
        </p:nvPicPr>
        <p:blipFill rotWithShape="1">
          <a:blip r:embed="rId4">
            <a:alphaModFix/>
          </a:blip>
          <a:srcRect/>
          <a:stretch/>
        </p:blipFill>
        <p:spPr>
          <a:xfrm>
            <a:off x="963561" y="964382"/>
            <a:ext cx="2565841" cy="5559322"/>
          </a:xfrm>
          <a:prstGeom prst="rect">
            <a:avLst/>
          </a:prstGeom>
          <a:noFill/>
          <a:ln>
            <a:noFill/>
          </a:ln>
        </p:spPr>
      </p:pic>
      <p:pic>
        <p:nvPicPr>
          <p:cNvPr id="383" name="Google Shape;383;p26" descr="A screenshot of a phone&#10;&#10;Description automatically generated"/>
          <p:cNvPicPr preferRelativeResize="0"/>
          <p:nvPr/>
        </p:nvPicPr>
        <p:blipFill rotWithShape="1">
          <a:blip r:embed="rId5">
            <a:alphaModFix/>
          </a:blip>
          <a:srcRect/>
          <a:stretch/>
        </p:blipFill>
        <p:spPr>
          <a:xfrm>
            <a:off x="8736342" y="804608"/>
            <a:ext cx="2639583" cy="5719096"/>
          </a:xfrm>
          <a:prstGeom prst="rect">
            <a:avLst/>
          </a:prstGeom>
          <a:noFill/>
          <a:ln>
            <a:noFill/>
          </a:ln>
        </p:spPr>
      </p:pic>
      <p:sp>
        <p:nvSpPr>
          <p:cNvPr id="384" name="Google Shape;384;p26"/>
          <p:cNvSpPr txBox="1">
            <a:spLocks noGrp="1"/>
          </p:cNvSpPr>
          <p:nvPr>
            <p:ph type="ftr" idx="11"/>
          </p:nvPr>
        </p:nvSpPr>
        <p:spPr>
          <a:xfrm>
            <a:off x="3262311" y="6400800"/>
            <a:ext cx="5667375"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a:solidFill>
                  <a:srgbClr val="FF0000"/>
                </a:solidFill>
              </a:rPr>
              <a:t>Owned by Infinity Supports WA Pty Ltd– Confidential &amp; Internal Use Only.</a:t>
            </a:r>
            <a:endParaRPr/>
          </a:p>
        </p:txBody>
      </p:sp>
      <p:sp>
        <p:nvSpPr>
          <p:cNvPr id="2" name="TextBox 1">
            <a:extLst>
              <a:ext uri="{FF2B5EF4-FFF2-40B4-BE49-F238E27FC236}">
                <a16:creationId xmlns:a16="http://schemas.microsoft.com/office/drawing/2014/main" id="{384FE43E-A46B-4253-3FB7-3EDAA98ED3EE}"/>
              </a:ext>
            </a:extLst>
          </p:cNvPr>
          <p:cNvSpPr txBox="1"/>
          <p:nvPr/>
        </p:nvSpPr>
        <p:spPr>
          <a:xfrm>
            <a:off x="3696927" y="4837471"/>
            <a:ext cx="4798142" cy="954107"/>
          </a:xfrm>
          <a:prstGeom prst="rect">
            <a:avLst/>
          </a:prstGeom>
          <a:noFill/>
        </p:spPr>
        <p:txBody>
          <a:bodyPr wrap="square" rtlCol="0">
            <a:spAutoFit/>
          </a:bodyPr>
          <a:lstStyle/>
          <a:p>
            <a:pPr algn="ctr"/>
            <a:r>
              <a:rPr lang="en-GB" dirty="0">
                <a:latin typeface="Meiryo" panose="020B0604030504040204" pitchFamily="34" charset="-128"/>
                <a:ea typeface="Meiryo" panose="020B0604030504040204" pitchFamily="34" charset="-128"/>
              </a:rPr>
              <a:t>You can also request copies of organisational documents such as employee handbook, policies and procedures, complaints form etc by contacting Anand as well </a:t>
            </a:r>
            <a:endParaRPr lang="en-AU" dirty="0">
              <a:latin typeface="Meiryo" panose="020B0604030504040204" pitchFamily="34" charset="-128"/>
              <a:ea typeface="Meiryo" panose="020B0604030504040204" pitchFamily="34" charset="-12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28"/>
          <p:cNvSpPr txBox="1">
            <a:spLocks noGrp="1"/>
          </p:cNvSpPr>
          <p:nvPr>
            <p:ph type="title" idx="4294967295"/>
          </p:nvPr>
        </p:nvSpPr>
        <p:spPr>
          <a:xfrm>
            <a:off x="1711324" y="463202"/>
            <a:ext cx="8769350" cy="711200"/>
          </a:xfrm>
          <a:prstGeom prst="rect">
            <a:avLst/>
          </a:prstGeom>
          <a:noFill/>
          <a:ln>
            <a:noFill/>
          </a:ln>
        </p:spPr>
        <p:txBody>
          <a:bodyPr spcFirstLastPara="1" wrap="square" lIns="109725" tIns="109725" rIns="109725" bIns="91425" anchor="b" anchorCtr="0">
            <a:noAutofit/>
          </a:bodyPr>
          <a:lstStyle/>
          <a:p>
            <a:pPr marL="0" lvl="0" indent="0" algn="ctr" rtl="0">
              <a:lnSpc>
                <a:spcPct val="130000"/>
              </a:lnSpc>
              <a:spcBef>
                <a:spcPts val="0"/>
              </a:spcBef>
              <a:spcAft>
                <a:spcPts val="0"/>
              </a:spcAft>
              <a:buClr>
                <a:srgbClr val="3F3F3F"/>
              </a:buClr>
              <a:buSzPts val="3200"/>
              <a:buFont typeface="Meiryo"/>
              <a:buNone/>
            </a:pPr>
            <a:r>
              <a:rPr lang="en-GB" sz="2800" u="sng" dirty="0"/>
              <a:t>Incident reports </a:t>
            </a:r>
            <a:endParaRPr sz="2800" u="sng" dirty="0"/>
          </a:p>
        </p:txBody>
      </p:sp>
      <p:sp>
        <p:nvSpPr>
          <p:cNvPr id="398" name="Google Shape;398;p28"/>
          <p:cNvSpPr txBox="1">
            <a:spLocks noGrp="1"/>
          </p:cNvSpPr>
          <p:nvPr>
            <p:ph type="body" idx="4294967295"/>
          </p:nvPr>
        </p:nvSpPr>
        <p:spPr>
          <a:xfrm>
            <a:off x="1711324" y="1487308"/>
            <a:ext cx="8769350" cy="4056062"/>
          </a:xfrm>
          <a:prstGeom prst="rect">
            <a:avLst/>
          </a:prstGeom>
          <a:noFill/>
          <a:ln>
            <a:noFill/>
          </a:ln>
        </p:spPr>
        <p:txBody>
          <a:bodyPr spcFirstLastPara="1" wrap="square" lIns="109725" tIns="109725" rIns="109725" bIns="91425" anchor="t" anchorCtr="0">
            <a:noAutofit/>
          </a:bodyPr>
          <a:lstStyle/>
          <a:p>
            <a:pPr marL="0" lvl="0" indent="0" algn="l" rtl="0">
              <a:lnSpc>
                <a:spcPct val="140000"/>
              </a:lnSpc>
              <a:spcBef>
                <a:spcPts val="0"/>
              </a:spcBef>
              <a:spcAft>
                <a:spcPts val="0"/>
              </a:spcAft>
              <a:buClr>
                <a:srgbClr val="3F3F3F"/>
              </a:buClr>
              <a:buSzPts val="450"/>
              <a:buNone/>
            </a:pPr>
            <a:r>
              <a:rPr lang="en-GB" b="1" dirty="0"/>
              <a:t>**1. Name of Participant</a:t>
            </a:r>
            <a:endParaRPr b="1" dirty="0"/>
          </a:p>
          <a:p>
            <a:pPr marL="0" lvl="0" indent="0" algn="l" rtl="0">
              <a:lnSpc>
                <a:spcPct val="140000"/>
              </a:lnSpc>
              <a:spcBef>
                <a:spcPts val="930"/>
              </a:spcBef>
              <a:spcAft>
                <a:spcPts val="0"/>
              </a:spcAft>
              <a:buClr>
                <a:srgbClr val="3F3F3F"/>
              </a:buClr>
              <a:buSzPts val="450"/>
              <a:buNone/>
            </a:pPr>
            <a:r>
              <a:rPr lang="en-GB" b="1" dirty="0"/>
              <a:t>**2. Type of Incident: </a:t>
            </a:r>
            <a:endParaRPr b="1" dirty="0"/>
          </a:p>
          <a:p>
            <a:pPr marL="0" lvl="0" indent="0" algn="l" rtl="0">
              <a:lnSpc>
                <a:spcPct val="140000"/>
              </a:lnSpc>
              <a:spcBef>
                <a:spcPts val="930"/>
              </a:spcBef>
              <a:spcAft>
                <a:spcPts val="0"/>
              </a:spcAft>
              <a:buClr>
                <a:srgbClr val="3F3F3F"/>
              </a:buClr>
              <a:buSzPct val="29032"/>
              <a:buNone/>
            </a:pPr>
            <a:r>
              <a:rPr lang="en-GB" dirty="0"/>
              <a:t>1. Medication (Separate incident form to be filled out Refer to manager) </a:t>
            </a:r>
            <a:endParaRPr dirty="0"/>
          </a:p>
          <a:p>
            <a:pPr marL="0" lvl="0" indent="0" algn="l" rtl="0">
              <a:lnSpc>
                <a:spcPct val="140000"/>
              </a:lnSpc>
              <a:spcBef>
                <a:spcPts val="930"/>
              </a:spcBef>
              <a:spcAft>
                <a:spcPts val="0"/>
              </a:spcAft>
              <a:buClr>
                <a:srgbClr val="3F3F3F"/>
              </a:buClr>
              <a:buSzPct val="29032"/>
              <a:buNone/>
            </a:pPr>
            <a:r>
              <a:rPr lang="en-GB" dirty="0"/>
              <a:t>2. Injury First Aid </a:t>
            </a:r>
            <a:endParaRPr dirty="0"/>
          </a:p>
          <a:p>
            <a:pPr marL="0" lvl="0" indent="0" algn="l" rtl="0">
              <a:lnSpc>
                <a:spcPct val="140000"/>
              </a:lnSpc>
              <a:spcBef>
                <a:spcPts val="930"/>
              </a:spcBef>
              <a:spcAft>
                <a:spcPts val="0"/>
              </a:spcAft>
              <a:buClr>
                <a:srgbClr val="3F3F3F"/>
              </a:buClr>
              <a:buSzPct val="29032"/>
              <a:buNone/>
            </a:pPr>
            <a:r>
              <a:rPr lang="en-GB" dirty="0"/>
              <a:t>3. Injury Medical Treatment </a:t>
            </a:r>
            <a:endParaRPr dirty="0"/>
          </a:p>
          <a:p>
            <a:pPr marL="0" lvl="0" indent="0" algn="l" rtl="0">
              <a:lnSpc>
                <a:spcPct val="140000"/>
              </a:lnSpc>
              <a:spcBef>
                <a:spcPts val="930"/>
              </a:spcBef>
              <a:spcAft>
                <a:spcPts val="0"/>
              </a:spcAft>
              <a:buClr>
                <a:srgbClr val="3F3F3F"/>
              </a:buClr>
              <a:buSzPct val="29032"/>
              <a:buNone/>
            </a:pPr>
            <a:r>
              <a:rPr lang="en-GB" dirty="0"/>
              <a:t>4. Injury Hospitalization (may be reportable) </a:t>
            </a:r>
            <a:endParaRPr dirty="0"/>
          </a:p>
          <a:p>
            <a:pPr marL="0" lvl="0" indent="0" algn="l" rtl="0">
              <a:lnSpc>
                <a:spcPct val="140000"/>
              </a:lnSpc>
              <a:spcBef>
                <a:spcPts val="930"/>
              </a:spcBef>
              <a:spcAft>
                <a:spcPts val="0"/>
              </a:spcAft>
              <a:buClr>
                <a:srgbClr val="3F3F3F"/>
              </a:buClr>
              <a:buSzPct val="29032"/>
              <a:buNone/>
            </a:pPr>
            <a:r>
              <a:rPr lang="en-GB" dirty="0"/>
              <a:t>5. Near Miss </a:t>
            </a:r>
            <a:endParaRPr dirty="0"/>
          </a:p>
          <a:p>
            <a:pPr marL="0" lvl="0" indent="0" algn="l" rtl="0">
              <a:lnSpc>
                <a:spcPct val="140000"/>
              </a:lnSpc>
              <a:spcBef>
                <a:spcPts val="930"/>
              </a:spcBef>
              <a:spcAft>
                <a:spcPts val="0"/>
              </a:spcAft>
              <a:buClr>
                <a:srgbClr val="3F3F3F"/>
              </a:buClr>
              <a:buSzPct val="29032"/>
              <a:buNone/>
            </a:pPr>
            <a:r>
              <a:rPr lang="en-GB" dirty="0"/>
              <a:t>6. Abuse or Neglect </a:t>
            </a:r>
            <a:endParaRPr dirty="0"/>
          </a:p>
          <a:p>
            <a:pPr marL="0" lvl="0" indent="0" algn="l" rtl="0">
              <a:lnSpc>
                <a:spcPct val="140000"/>
              </a:lnSpc>
              <a:spcBef>
                <a:spcPts val="930"/>
              </a:spcBef>
              <a:spcAft>
                <a:spcPts val="0"/>
              </a:spcAft>
              <a:buClr>
                <a:srgbClr val="3F3F3F"/>
              </a:buClr>
              <a:buSzPct val="29032"/>
              <a:buNone/>
            </a:pPr>
            <a:r>
              <a:rPr lang="en-GB" dirty="0"/>
              <a:t>7. Sexual Assault or Abuse **</a:t>
            </a:r>
            <a:endParaRPr dirty="0"/>
          </a:p>
          <a:p>
            <a:pPr marL="0" lvl="0" indent="0" algn="l" rtl="0">
              <a:lnSpc>
                <a:spcPct val="140000"/>
              </a:lnSpc>
              <a:spcBef>
                <a:spcPts val="930"/>
              </a:spcBef>
              <a:spcAft>
                <a:spcPts val="0"/>
              </a:spcAft>
              <a:buClr>
                <a:srgbClr val="3F3F3F"/>
              </a:buClr>
              <a:buSzPct val="100000"/>
              <a:buNone/>
            </a:pPr>
            <a:endParaRPr dirty="0"/>
          </a:p>
          <a:p>
            <a:pPr marL="0" lvl="0" indent="0" algn="l" rtl="0">
              <a:lnSpc>
                <a:spcPct val="140000"/>
              </a:lnSpc>
              <a:spcBef>
                <a:spcPts val="930"/>
              </a:spcBef>
              <a:spcAft>
                <a:spcPts val="0"/>
              </a:spcAft>
              <a:buClr>
                <a:srgbClr val="3F3F3F"/>
              </a:buClr>
              <a:buSzPct val="100000"/>
              <a:buNone/>
            </a:pPr>
            <a:endParaRPr dirty="0"/>
          </a:p>
          <a:p>
            <a:pPr marL="0" lvl="0" indent="0" algn="l" rtl="0">
              <a:lnSpc>
                <a:spcPct val="140000"/>
              </a:lnSpc>
              <a:spcBef>
                <a:spcPts val="930"/>
              </a:spcBef>
              <a:spcAft>
                <a:spcPts val="0"/>
              </a:spcAft>
              <a:buClr>
                <a:srgbClr val="3F3F3F"/>
              </a:buClr>
              <a:buSzPct val="100000"/>
              <a:buNone/>
            </a:pPr>
            <a:endParaRPr dirty="0"/>
          </a:p>
          <a:p>
            <a:pPr marL="0" lvl="0" indent="0" algn="l" rtl="0">
              <a:lnSpc>
                <a:spcPct val="140000"/>
              </a:lnSpc>
              <a:spcBef>
                <a:spcPts val="930"/>
              </a:spcBef>
              <a:spcAft>
                <a:spcPts val="0"/>
              </a:spcAft>
              <a:buClr>
                <a:srgbClr val="3F3F3F"/>
              </a:buClr>
              <a:buSzPct val="100000"/>
              <a:buNone/>
            </a:pPr>
            <a:endParaRPr dirty="0"/>
          </a:p>
          <a:p>
            <a:pPr marL="0" lvl="0" indent="0" algn="l" rtl="0">
              <a:lnSpc>
                <a:spcPct val="140000"/>
              </a:lnSpc>
              <a:spcBef>
                <a:spcPts val="930"/>
              </a:spcBef>
              <a:spcAft>
                <a:spcPts val="0"/>
              </a:spcAft>
              <a:buClr>
                <a:srgbClr val="3F3F3F"/>
              </a:buClr>
              <a:buSzPct val="100000"/>
              <a:buNone/>
            </a:pPr>
            <a:endParaRPr dirty="0"/>
          </a:p>
          <a:p>
            <a:pPr marL="0" lvl="0" indent="0" algn="l" rtl="0">
              <a:lnSpc>
                <a:spcPct val="140000"/>
              </a:lnSpc>
              <a:spcBef>
                <a:spcPts val="930"/>
              </a:spcBef>
              <a:spcAft>
                <a:spcPts val="0"/>
              </a:spcAft>
              <a:buClr>
                <a:srgbClr val="3F3F3F"/>
              </a:buClr>
              <a:buSzPct val="100000"/>
              <a:buNone/>
            </a:pPr>
            <a:endParaRPr dirty="0"/>
          </a:p>
          <a:p>
            <a:pPr marL="0" lvl="0" indent="0" algn="l" rtl="0">
              <a:lnSpc>
                <a:spcPct val="140000"/>
              </a:lnSpc>
              <a:spcBef>
                <a:spcPts val="930"/>
              </a:spcBef>
              <a:spcAft>
                <a:spcPts val="0"/>
              </a:spcAft>
              <a:buClr>
                <a:srgbClr val="3F3F3F"/>
              </a:buClr>
              <a:buSzPct val="100000"/>
              <a:buNone/>
            </a:pPr>
            <a:endParaRPr dirty="0"/>
          </a:p>
          <a:p>
            <a:pPr marL="0" lvl="0" indent="0" algn="l" rtl="0">
              <a:lnSpc>
                <a:spcPct val="140000"/>
              </a:lnSpc>
              <a:spcBef>
                <a:spcPts val="930"/>
              </a:spcBef>
              <a:spcAft>
                <a:spcPts val="0"/>
              </a:spcAft>
              <a:buClr>
                <a:srgbClr val="3F3F3F"/>
              </a:buClr>
              <a:buSzPct val="100000"/>
              <a:buNone/>
            </a:pPr>
            <a:endParaRPr dirty="0"/>
          </a:p>
          <a:p>
            <a:pPr marL="0" lvl="0" indent="0" algn="l" rtl="0">
              <a:lnSpc>
                <a:spcPct val="140000"/>
              </a:lnSpc>
              <a:spcBef>
                <a:spcPts val="930"/>
              </a:spcBef>
              <a:spcAft>
                <a:spcPts val="0"/>
              </a:spcAft>
              <a:buClr>
                <a:srgbClr val="3F3F3F"/>
              </a:buClr>
              <a:buSzPct val="100000"/>
              <a:buNone/>
            </a:pPr>
            <a:endParaRPr dirty="0"/>
          </a:p>
        </p:txBody>
      </p:sp>
      <p:sp>
        <p:nvSpPr>
          <p:cNvPr id="399" name="Google Shape;399;p28"/>
          <p:cNvSpPr txBox="1">
            <a:spLocks noGrp="1"/>
          </p:cNvSpPr>
          <p:nvPr>
            <p:ph type="ftr" idx="11"/>
          </p:nvPr>
        </p:nvSpPr>
        <p:spPr>
          <a:xfrm>
            <a:off x="3262311" y="6261038"/>
            <a:ext cx="5667375"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dirty="0">
                <a:solidFill>
                  <a:srgbClr val="FF0000"/>
                </a:solidFill>
              </a:rPr>
              <a:t>Owned by Infinity Supports WA Pty Ltd– Confidential &amp; Internal Use Only.</a:t>
            </a:r>
            <a:endParaRPr dirty="0"/>
          </a:p>
        </p:txBody>
      </p:sp>
      <p:sp>
        <p:nvSpPr>
          <p:cNvPr id="3" name="TextBox 2">
            <a:extLst>
              <a:ext uri="{FF2B5EF4-FFF2-40B4-BE49-F238E27FC236}">
                <a16:creationId xmlns:a16="http://schemas.microsoft.com/office/drawing/2014/main" id="{B1F63288-80B1-0DFC-CEC7-A34EB7695FA9}"/>
              </a:ext>
            </a:extLst>
          </p:cNvPr>
          <p:cNvSpPr txBox="1"/>
          <p:nvPr/>
        </p:nvSpPr>
        <p:spPr>
          <a:xfrm>
            <a:off x="8042788" y="4943205"/>
            <a:ext cx="3755922" cy="1200329"/>
          </a:xfrm>
          <a:prstGeom prst="rect">
            <a:avLst/>
          </a:prstGeom>
          <a:noFill/>
        </p:spPr>
        <p:txBody>
          <a:bodyPr wrap="square" rtlCol="0">
            <a:spAutoFit/>
          </a:bodyPr>
          <a:lstStyle/>
          <a:p>
            <a:pPr algn="just"/>
            <a:r>
              <a:rPr lang="en-GB" sz="1200" b="1" u="sng" dirty="0">
                <a:solidFill>
                  <a:schemeClr val="tx1"/>
                </a:solidFill>
                <a:latin typeface="Meiryo" panose="020B0604030504040204" pitchFamily="34" charset="-128"/>
                <a:ea typeface="Meiryo" panose="020B0604030504040204" pitchFamily="34" charset="-128"/>
              </a:rPr>
              <a:t>Note: </a:t>
            </a:r>
            <a:r>
              <a:rPr lang="en-GB" sz="1200" dirty="0">
                <a:solidFill>
                  <a:schemeClr val="tx1"/>
                </a:solidFill>
                <a:latin typeface="Meiryo" panose="020B0604030504040204" pitchFamily="34" charset="-128"/>
                <a:ea typeface="Meiryo" panose="020B0604030504040204" pitchFamily="34" charset="-128"/>
              </a:rPr>
              <a:t>Please ensure that shift notes, and incident reports are submitted only once. Submitting multiple versions creates duplicate entries in our system, making it time-consuming for coordinators to complete their reporting.</a:t>
            </a:r>
            <a:endParaRPr lang="en-AU" sz="1200" dirty="0">
              <a:solidFill>
                <a:schemeClr val="tx1"/>
              </a:solidFill>
              <a:latin typeface="Meiryo" panose="020B0604030504040204" pitchFamily="34" charset="-128"/>
              <a:ea typeface="Meiryo" panose="020B0604030504040204" pitchFamily="34"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29"/>
          <p:cNvSpPr txBox="1">
            <a:spLocks noGrp="1"/>
          </p:cNvSpPr>
          <p:nvPr>
            <p:ph type="title" idx="4294967295"/>
          </p:nvPr>
        </p:nvSpPr>
        <p:spPr>
          <a:xfrm>
            <a:off x="3792731" y="396448"/>
            <a:ext cx="5911707" cy="722813"/>
          </a:xfrm>
          <a:prstGeom prst="rect">
            <a:avLst/>
          </a:prstGeom>
          <a:noFill/>
          <a:ln>
            <a:noFill/>
          </a:ln>
        </p:spPr>
        <p:txBody>
          <a:bodyPr spcFirstLastPara="1" wrap="square" lIns="109725" tIns="109725" rIns="109725" bIns="91425" anchor="b" anchorCtr="0">
            <a:noAutofit/>
          </a:bodyPr>
          <a:lstStyle/>
          <a:p>
            <a:pPr marL="0" lvl="0" indent="0" algn="l" rtl="0">
              <a:lnSpc>
                <a:spcPct val="130000"/>
              </a:lnSpc>
              <a:spcBef>
                <a:spcPts val="0"/>
              </a:spcBef>
              <a:spcAft>
                <a:spcPts val="0"/>
              </a:spcAft>
              <a:buClr>
                <a:srgbClr val="3F3F3F"/>
              </a:buClr>
              <a:buSzPts val="3200"/>
              <a:buFont typeface="Meiryo"/>
              <a:buNone/>
            </a:pPr>
            <a:r>
              <a:rPr lang="en-GB" sz="2800" u="sng" dirty="0"/>
              <a:t>Incident Reports Cont’d</a:t>
            </a:r>
            <a:endParaRPr sz="2800" u="sng" dirty="0"/>
          </a:p>
        </p:txBody>
      </p:sp>
      <p:sp>
        <p:nvSpPr>
          <p:cNvPr id="405" name="Google Shape;405;p29"/>
          <p:cNvSpPr txBox="1">
            <a:spLocks noGrp="1"/>
          </p:cNvSpPr>
          <p:nvPr>
            <p:ph type="body" idx="4294967295"/>
          </p:nvPr>
        </p:nvSpPr>
        <p:spPr>
          <a:xfrm>
            <a:off x="2363909" y="1572455"/>
            <a:ext cx="8769350" cy="4160838"/>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GB" dirty="0"/>
              <a:t>**3. Date, time and location of incident</a:t>
            </a:r>
            <a:endParaRPr dirty="0"/>
          </a:p>
          <a:p>
            <a:pPr marL="0" lvl="0" indent="0" algn="l" rtl="0">
              <a:lnSpc>
                <a:spcPct val="140000"/>
              </a:lnSpc>
              <a:spcBef>
                <a:spcPts val="930"/>
              </a:spcBef>
              <a:spcAft>
                <a:spcPts val="0"/>
              </a:spcAft>
              <a:buClr>
                <a:srgbClr val="3F3F3F"/>
              </a:buClr>
              <a:buSzPts val="1800"/>
              <a:buNone/>
            </a:pPr>
            <a:r>
              <a:rPr lang="en-GB" dirty="0"/>
              <a:t>**4. Describe the incident in detail</a:t>
            </a:r>
            <a:endParaRPr dirty="0"/>
          </a:p>
          <a:p>
            <a:pPr marL="0" lvl="0" indent="0" algn="l" rtl="0">
              <a:lnSpc>
                <a:spcPct val="140000"/>
              </a:lnSpc>
              <a:spcBef>
                <a:spcPts val="930"/>
              </a:spcBef>
              <a:spcAft>
                <a:spcPts val="0"/>
              </a:spcAft>
              <a:buClr>
                <a:srgbClr val="3F3F3F"/>
              </a:buClr>
              <a:buSzPts val="1800"/>
              <a:buNone/>
            </a:pPr>
            <a:r>
              <a:rPr lang="en-GB" dirty="0"/>
              <a:t>Where, when, how, what were you doing</a:t>
            </a:r>
            <a:endParaRPr dirty="0"/>
          </a:p>
          <a:p>
            <a:pPr marL="0" lvl="0" indent="0" algn="l" rtl="0">
              <a:lnSpc>
                <a:spcPct val="140000"/>
              </a:lnSpc>
              <a:spcBef>
                <a:spcPts val="930"/>
              </a:spcBef>
              <a:spcAft>
                <a:spcPts val="0"/>
              </a:spcAft>
              <a:buClr>
                <a:srgbClr val="3F3F3F"/>
              </a:buClr>
              <a:buSzPts val="1800"/>
              <a:buNone/>
            </a:pPr>
            <a:r>
              <a:rPr lang="en-GB" dirty="0"/>
              <a:t>**5. Details of injury</a:t>
            </a:r>
            <a:endParaRPr dirty="0"/>
          </a:p>
          <a:p>
            <a:pPr marL="0" lvl="0" indent="0" algn="l" rtl="0">
              <a:lnSpc>
                <a:spcPct val="140000"/>
              </a:lnSpc>
              <a:spcBef>
                <a:spcPts val="930"/>
              </a:spcBef>
              <a:spcAft>
                <a:spcPts val="0"/>
              </a:spcAft>
              <a:buClr>
                <a:srgbClr val="3F3F3F"/>
              </a:buClr>
              <a:buSzPts val="1800"/>
              <a:buNone/>
            </a:pPr>
            <a:r>
              <a:rPr lang="en-GB" dirty="0"/>
              <a:t>**6. Immediate action taken to make situation safe</a:t>
            </a:r>
            <a:endParaRPr dirty="0"/>
          </a:p>
          <a:p>
            <a:pPr marL="0" lvl="0" indent="0" algn="l" rtl="0">
              <a:lnSpc>
                <a:spcPct val="140000"/>
              </a:lnSpc>
              <a:spcBef>
                <a:spcPts val="930"/>
              </a:spcBef>
              <a:spcAft>
                <a:spcPts val="0"/>
              </a:spcAft>
              <a:buClr>
                <a:srgbClr val="3F3F3F"/>
              </a:buClr>
              <a:buSzPts val="1800"/>
              <a:buNone/>
            </a:pPr>
            <a:r>
              <a:rPr lang="en-GB" dirty="0"/>
              <a:t>What did you do, First aid, contact or conversations report to who </a:t>
            </a:r>
            <a:endParaRPr dirty="0"/>
          </a:p>
          <a:p>
            <a:pPr marL="0" lvl="0" indent="0" algn="l" rtl="0">
              <a:lnSpc>
                <a:spcPct val="140000"/>
              </a:lnSpc>
              <a:spcBef>
                <a:spcPts val="930"/>
              </a:spcBef>
              <a:spcAft>
                <a:spcPts val="0"/>
              </a:spcAft>
              <a:buClr>
                <a:srgbClr val="3F3F3F"/>
              </a:buClr>
              <a:buSzPts val="1800"/>
              <a:buNone/>
            </a:pPr>
            <a:endParaRPr dirty="0"/>
          </a:p>
          <a:p>
            <a:pPr marL="0" lvl="0" indent="0" algn="l" rtl="0">
              <a:lnSpc>
                <a:spcPct val="140000"/>
              </a:lnSpc>
              <a:spcBef>
                <a:spcPts val="930"/>
              </a:spcBef>
              <a:spcAft>
                <a:spcPts val="0"/>
              </a:spcAft>
              <a:buClr>
                <a:srgbClr val="3F3F3F"/>
              </a:buClr>
              <a:buSzPts val="1800"/>
              <a:buNone/>
            </a:pPr>
            <a:endParaRPr dirty="0"/>
          </a:p>
        </p:txBody>
      </p:sp>
      <p:sp>
        <p:nvSpPr>
          <p:cNvPr id="406" name="Google Shape;406;p29"/>
          <p:cNvSpPr txBox="1">
            <a:spLocks noGrp="1"/>
          </p:cNvSpPr>
          <p:nvPr>
            <p:ph type="ftr" idx="11"/>
          </p:nvPr>
        </p:nvSpPr>
        <p:spPr>
          <a:xfrm>
            <a:off x="3262312" y="6186487"/>
            <a:ext cx="5667375"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a:solidFill>
                  <a:srgbClr val="FF0000"/>
                </a:solidFill>
              </a:rPr>
              <a:t>Owned by Infinity Supports WA Pty Ltd– Confidential &amp; Internal Use Only.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0"/>
          <p:cNvSpPr txBox="1">
            <a:spLocks noGrp="1"/>
          </p:cNvSpPr>
          <p:nvPr>
            <p:ph type="title" idx="4294967295"/>
          </p:nvPr>
        </p:nvSpPr>
        <p:spPr>
          <a:xfrm>
            <a:off x="3262350" y="116966"/>
            <a:ext cx="5667300" cy="647760"/>
          </a:xfrm>
          <a:prstGeom prst="rect">
            <a:avLst/>
          </a:prstGeom>
          <a:noFill/>
          <a:ln>
            <a:noFill/>
          </a:ln>
        </p:spPr>
        <p:txBody>
          <a:bodyPr spcFirstLastPara="1" wrap="square" lIns="109725" tIns="109725" rIns="109725" bIns="91425" anchor="b" anchorCtr="0">
            <a:noAutofit/>
          </a:bodyPr>
          <a:lstStyle/>
          <a:p>
            <a:pPr marL="0" lvl="0" indent="0" algn="l" rtl="0">
              <a:lnSpc>
                <a:spcPct val="130000"/>
              </a:lnSpc>
              <a:spcBef>
                <a:spcPts val="0"/>
              </a:spcBef>
              <a:spcAft>
                <a:spcPts val="0"/>
              </a:spcAft>
              <a:buClr>
                <a:srgbClr val="3F3F3F"/>
              </a:buClr>
              <a:buSzPts val="3200"/>
              <a:buFont typeface="Meiryo"/>
              <a:buNone/>
            </a:pPr>
            <a:r>
              <a:rPr lang="en-GB" sz="2800" u="sng" dirty="0"/>
              <a:t>Incident reports continued</a:t>
            </a:r>
            <a:endParaRPr sz="2800" u="sng" dirty="0"/>
          </a:p>
        </p:txBody>
      </p:sp>
      <p:sp>
        <p:nvSpPr>
          <p:cNvPr id="412" name="Google Shape;412;p30"/>
          <p:cNvSpPr txBox="1">
            <a:spLocks noGrp="1"/>
          </p:cNvSpPr>
          <p:nvPr>
            <p:ph type="body" idx="4294967295"/>
          </p:nvPr>
        </p:nvSpPr>
        <p:spPr>
          <a:xfrm>
            <a:off x="1710750" y="742871"/>
            <a:ext cx="8770500" cy="4954500"/>
          </a:xfrm>
          <a:prstGeom prst="rect">
            <a:avLst/>
          </a:prstGeom>
          <a:noFill/>
          <a:ln>
            <a:noFill/>
          </a:ln>
        </p:spPr>
        <p:txBody>
          <a:bodyPr spcFirstLastPara="1" wrap="square" lIns="109725" tIns="109725" rIns="109725" bIns="91425" anchor="t" anchorCtr="0">
            <a:noAutofit/>
          </a:bodyPr>
          <a:lstStyle/>
          <a:p>
            <a:pPr marL="0" lvl="0" indent="0" algn="l" rtl="0">
              <a:lnSpc>
                <a:spcPct val="140000"/>
              </a:lnSpc>
              <a:spcBef>
                <a:spcPts val="0"/>
              </a:spcBef>
              <a:spcAft>
                <a:spcPts val="0"/>
              </a:spcAft>
              <a:buClr>
                <a:srgbClr val="3F3F3F"/>
              </a:buClr>
              <a:buSzPct val="108108"/>
              <a:buNone/>
            </a:pPr>
            <a:r>
              <a:rPr lang="en-GB" dirty="0"/>
              <a:t>**7. Witness Name, phone and email (if applicable)</a:t>
            </a:r>
            <a:endParaRPr dirty="0"/>
          </a:p>
          <a:p>
            <a:pPr marL="0" lvl="0" indent="0" algn="l" rtl="0">
              <a:lnSpc>
                <a:spcPct val="140000"/>
              </a:lnSpc>
              <a:spcBef>
                <a:spcPts val="930"/>
              </a:spcBef>
              <a:spcAft>
                <a:spcPts val="0"/>
              </a:spcAft>
              <a:buClr>
                <a:srgbClr val="3F3F3F"/>
              </a:buClr>
              <a:buSzPct val="108108"/>
              <a:buNone/>
            </a:pPr>
            <a:r>
              <a:rPr lang="en-GB" dirty="0"/>
              <a:t>**8. Name of person completing this report</a:t>
            </a:r>
            <a:endParaRPr dirty="0"/>
          </a:p>
          <a:p>
            <a:pPr marL="0" lvl="0" indent="0" algn="l" rtl="0">
              <a:lnSpc>
                <a:spcPct val="140000"/>
              </a:lnSpc>
              <a:spcBef>
                <a:spcPts val="930"/>
              </a:spcBef>
              <a:spcAft>
                <a:spcPts val="0"/>
              </a:spcAft>
              <a:buClr>
                <a:srgbClr val="3F3F3F"/>
              </a:buClr>
              <a:buSzPct val="108108"/>
              <a:buNone/>
            </a:pPr>
            <a:r>
              <a:rPr lang="en-GB" dirty="0"/>
              <a:t>You and your contact details</a:t>
            </a:r>
            <a:endParaRPr dirty="0"/>
          </a:p>
          <a:p>
            <a:pPr marL="0" lvl="0" indent="0" algn="l" rtl="0">
              <a:lnSpc>
                <a:spcPct val="140000"/>
              </a:lnSpc>
              <a:spcBef>
                <a:spcPts val="930"/>
              </a:spcBef>
              <a:spcAft>
                <a:spcPts val="0"/>
              </a:spcAft>
              <a:buClr>
                <a:srgbClr val="3F3F3F"/>
              </a:buClr>
              <a:buSzPct val="108108"/>
              <a:buNone/>
            </a:pPr>
            <a:r>
              <a:rPr lang="en-GB" dirty="0"/>
              <a:t>**9. Line manager informed?</a:t>
            </a:r>
            <a:endParaRPr dirty="0"/>
          </a:p>
          <a:p>
            <a:pPr marL="0" lvl="0" indent="0" algn="l" rtl="0">
              <a:lnSpc>
                <a:spcPct val="140000"/>
              </a:lnSpc>
              <a:spcBef>
                <a:spcPts val="930"/>
              </a:spcBef>
              <a:spcAft>
                <a:spcPts val="0"/>
              </a:spcAft>
              <a:buClr>
                <a:srgbClr val="3F3F3F"/>
              </a:buClr>
              <a:buSzPct val="108108"/>
              <a:buNone/>
            </a:pPr>
            <a:r>
              <a:rPr lang="en-GB" dirty="0"/>
              <a:t>Who</a:t>
            </a:r>
            <a:endParaRPr dirty="0"/>
          </a:p>
          <a:p>
            <a:pPr marL="0" lvl="0" indent="0" algn="l" rtl="0">
              <a:lnSpc>
                <a:spcPct val="140000"/>
              </a:lnSpc>
              <a:spcBef>
                <a:spcPts val="930"/>
              </a:spcBef>
              <a:spcAft>
                <a:spcPts val="0"/>
              </a:spcAft>
              <a:buClr>
                <a:srgbClr val="3F3F3F"/>
              </a:buClr>
              <a:buSzPct val="108108"/>
              <a:buNone/>
            </a:pPr>
            <a:r>
              <a:rPr lang="en-GB" b="1" u="sng" dirty="0"/>
              <a:t>KEY POINTS</a:t>
            </a:r>
            <a:endParaRPr b="1" u="sng" dirty="0"/>
          </a:p>
          <a:p>
            <a:pPr marL="0" lvl="0" indent="0" algn="l" rtl="0">
              <a:lnSpc>
                <a:spcPct val="140000"/>
              </a:lnSpc>
              <a:spcBef>
                <a:spcPts val="930"/>
              </a:spcBef>
              <a:spcAft>
                <a:spcPts val="0"/>
              </a:spcAft>
              <a:buClr>
                <a:srgbClr val="3F3F3F"/>
              </a:buClr>
              <a:buSzPct val="108108"/>
              <a:buNone/>
            </a:pPr>
            <a:r>
              <a:rPr lang="en-GB" dirty="0"/>
              <a:t>Be Factual</a:t>
            </a:r>
            <a:endParaRPr dirty="0"/>
          </a:p>
          <a:p>
            <a:pPr marL="0" lvl="0" indent="0" algn="l" rtl="0">
              <a:lnSpc>
                <a:spcPct val="140000"/>
              </a:lnSpc>
              <a:spcBef>
                <a:spcPts val="930"/>
              </a:spcBef>
              <a:spcAft>
                <a:spcPts val="0"/>
              </a:spcAft>
              <a:buClr>
                <a:srgbClr val="3F3F3F"/>
              </a:buClr>
              <a:buSzPct val="108108"/>
              <a:buNone/>
            </a:pPr>
            <a:r>
              <a:rPr lang="en-GB" dirty="0"/>
              <a:t>Don’t use Chat GPT, Use your words.</a:t>
            </a:r>
            <a:endParaRPr dirty="0"/>
          </a:p>
          <a:p>
            <a:pPr marL="0" lvl="0" indent="0" algn="l" rtl="0">
              <a:lnSpc>
                <a:spcPct val="140000"/>
              </a:lnSpc>
              <a:spcBef>
                <a:spcPts val="930"/>
              </a:spcBef>
              <a:spcAft>
                <a:spcPts val="0"/>
              </a:spcAft>
              <a:buClr>
                <a:srgbClr val="3F3F3F"/>
              </a:buClr>
              <a:buSzPct val="108108"/>
              <a:buNone/>
            </a:pPr>
            <a:r>
              <a:rPr lang="en-GB" dirty="0"/>
              <a:t>Must be sent in asap or with in 24 hours</a:t>
            </a:r>
            <a:endParaRPr dirty="0"/>
          </a:p>
          <a:p>
            <a:pPr marL="0" lvl="0" indent="0" algn="l" rtl="0">
              <a:lnSpc>
                <a:spcPct val="140000"/>
              </a:lnSpc>
              <a:spcBef>
                <a:spcPts val="930"/>
              </a:spcBef>
              <a:spcAft>
                <a:spcPts val="0"/>
              </a:spcAft>
              <a:buClr>
                <a:srgbClr val="3F3F3F"/>
              </a:buClr>
              <a:buSzPct val="95623"/>
              <a:buNone/>
            </a:pPr>
            <a:r>
              <a:rPr lang="en-GB" b="1" u="sng" dirty="0"/>
              <a:t>What happens next?</a:t>
            </a:r>
            <a:endParaRPr b="1" u="sng" dirty="0"/>
          </a:p>
          <a:p>
            <a:pPr marL="0" lvl="0" indent="0" algn="l" rtl="0">
              <a:lnSpc>
                <a:spcPct val="140000"/>
              </a:lnSpc>
              <a:spcBef>
                <a:spcPts val="930"/>
              </a:spcBef>
              <a:spcAft>
                <a:spcPts val="0"/>
              </a:spcAft>
              <a:buClr>
                <a:srgbClr val="3F3F3F"/>
              </a:buClr>
              <a:buSzPct val="108108"/>
              <a:buNone/>
            </a:pPr>
            <a:r>
              <a:rPr lang="en-GB" dirty="0"/>
              <a:t>An investigation or report within 24 hour and possible  reporting to the commission if it is a serious incident report.</a:t>
            </a:r>
            <a:endParaRPr dirty="0"/>
          </a:p>
        </p:txBody>
      </p:sp>
      <p:sp>
        <p:nvSpPr>
          <p:cNvPr id="413" name="Google Shape;413;p30"/>
          <p:cNvSpPr txBox="1">
            <a:spLocks noGrp="1"/>
          </p:cNvSpPr>
          <p:nvPr>
            <p:ph type="ftr" idx="11"/>
          </p:nvPr>
        </p:nvSpPr>
        <p:spPr>
          <a:xfrm>
            <a:off x="3262350" y="6539198"/>
            <a:ext cx="5667300"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dirty="0">
                <a:solidFill>
                  <a:srgbClr val="FF0000"/>
                </a:solidFill>
              </a:rPr>
              <a:t>Owned by Infinity Supports WA Pty Ltd– Confidential &amp; Internal Use Only.</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1"/>
          <p:cNvSpPr txBox="1">
            <a:spLocks noGrp="1"/>
          </p:cNvSpPr>
          <p:nvPr>
            <p:ph type="title" idx="4294967295"/>
          </p:nvPr>
        </p:nvSpPr>
        <p:spPr>
          <a:xfrm>
            <a:off x="472336" y="191172"/>
            <a:ext cx="4468813" cy="615602"/>
          </a:xfrm>
          <a:prstGeom prst="rect">
            <a:avLst/>
          </a:prstGeom>
          <a:noFill/>
          <a:ln>
            <a:noFill/>
          </a:ln>
        </p:spPr>
        <p:txBody>
          <a:bodyPr spcFirstLastPara="1" wrap="square" lIns="109725" tIns="109725" rIns="109725" bIns="91425" anchor="b" anchorCtr="0">
            <a:noAutofit/>
          </a:bodyPr>
          <a:lstStyle/>
          <a:p>
            <a:pPr marL="0" lvl="0" indent="0" algn="l" rtl="0">
              <a:lnSpc>
                <a:spcPct val="130000"/>
              </a:lnSpc>
              <a:spcBef>
                <a:spcPts val="0"/>
              </a:spcBef>
              <a:spcAft>
                <a:spcPts val="0"/>
              </a:spcAft>
              <a:buClr>
                <a:srgbClr val="3F3F3F"/>
              </a:buClr>
              <a:buSzPts val="3200"/>
              <a:buFont typeface="Meiryo"/>
              <a:buNone/>
            </a:pPr>
            <a:r>
              <a:rPr lang="en-GB" sz="2800" u="sng" dirty="0"/>
              <a:t>Serious Incidents</a:t>
            </a:r>
            <a:endParaRPr sz="2800" u="sng" dirty="0"/>
          </a:p>
        </p:txBody>
      </p:sp>
      <p:sp>
        <p:nvSpPr>
          <p:cNvPr id="419" name="Google Shape;419;p31"/>
          <p:cNvSpPr txBox="1">
            <a:spLocks noGrp="1"/>
          </p:cNvSpPr>
          <p:nvPr>
            <p:ph type="body" idx="4294967295"/>
          </p:nvPr>
        </p:nvSpPr>
        <p:spPr>
          <a:xfrm>
            <a:off x="69213" y="1166208"/>
            <a:ext cx="5602581" cy="3651250"/>
          </a:xfrm>
          <a:prstGeom prst="rect">
            <a:avLst/>
          </a:prstGeom>
          <a:noFill/>
          <a:ln>
            <a:noFill/>
          </a:ln>
        </p:spPr>
        <p:txBody>
          <a:bodyPr spcFirstLastPara="1" wrap="square" lIns="109725" tIns="109725" rIns="109725" bIns="91425" anchor="t" anchorCtr="0">
            <a:noAutofit/>
          </a:bodyPr>
          <a:lstStyle/>
          <a:p>
            <a:pPr marL="0" lvl="0" indent="0" algn="just" rtl="0">
              <a:lnSpc>
                <a:spcPct val="100000"/>
              </a:lnSpc>
              <a:spcBef>
                <a:spcPts val="0"/>
              </a:spcBef>
              <a:spcAft>
                <a:spcPts val="0"/>
              </a:spcAft>
              <a:buClr>
                <a:srgbClr val="3F3F3F"/>
              </a:buClr>
              <a:buSzPts val="1800"/>
              <a:buNone/>
            </a:pPr>
            <a:r>
              <a:rPr lang="en-GB" dirty="0">
                <a:latin typeface="Meiryo"/>
                <a:ea typeface="Meiryo"/>
                <a:cs typeface="Meiryo"/>
                <a:sym typeface="Meiryo"/>
              </a:rPr>
              <a:t>What is a SIR?</a:t>
            </a:r>
            <a:endParaRPr dirty="0">
              <a:latin typeface="Meiryo"/>
              <a:ea typeface="Meiryo"/>
              <a:cs typeface="Meiryo"/>
              <a:sym typeface="Meiryo"/>
            </a:endParaRPr>
          </a:p>
          <a:p>
            <a:pPr marL="285750" lvl="0" indent="-285750" algn="just" rtl="0">
              <a:lnSpc>
                <a:spcPct val="100000"/>
              </a:lnSpc>
              <a:spcBef>
                <a:spcPts val="930"/>
              </a:spcBef>
              <a:spcAft>
                <a:spcPts val="0"/>
              </a:spcAft>
              <a:buClr>
                <a:srgbClr val="000000"/>
              </a:buClr>
              <a:buSzPts val="1800"/>
              <a:buFont typeface="Noto Sans Symbols"/>
              <a:buChar char="❑"/>
            </a:pPr>
            <a:r>
              <a:rPr lang="en-GB" b="0" i="0" dirty="0">
                <a:solidFill>
                  <a:srgbClr val="000000"/>
                </a:solidFill>
                <a:latin typeface="Meiryo"/>
                <a:ea typeface="Meiryo"/>
                <a:cs typeface="Meiryo"/>
                <a:sym typeface="Meiryo"/>
              </a:rPr>
              <a:t>A reportable incident is an act or event</a:t>
            </a:r>
            <a:endParaRPr dirty="0">
              <a:latin typeface="Meiryo"/>
              <a:ea typeface="Meiryo"/>
              <a:cs typeface="Meiryo"/>
              <a:sym typeface="Meiryo"/>
            </a:endParaRPr>
          </a:p>
          <a:p>
            <a:pPr marL="285750" lvl="0" indent="-285750" algn="just" rtl="0">
              <a:lnSpc>
                <a:spcPct val="100000"/>
              </a:lnSpc>
              <a:spcBef>
                <a:spcPts val="930"/>
              </a:spcBef>
              <a:spcAft>
                <a:spcPts val="0"/>
              </a:spcAft>
              <a:buClr>
                <a:srgbClr val="000000"/>
              </a:buClr>
              <a:buSzPts val="1800"/>
              <a:buFont typeface="Noto Sans Symbols"/>
              <a:buChar char="❑"/>
            </a:pPr>
            <a:r>
              <a:rPr lang="en-GB" b="0" i="0" dirty="0">
                <a:solidFill>
                  <a:srgbClr val="000000"/>
                </a:solidFill>
                <a:latin typeface="Meiryo"/>
                <a:ea typeface="Meiryo"/>
                <a:cs typeface="Meiryo"/>
                <a:sym typeface="Meiryo"/>
              </a:rPr>
              <a:t> that has happened, or alleged to have </a:t>
            </a:r>
            <a:endParaRPr dirty="0">
              <a:latin typeface="Meiryo"/>
              <a:ea typeface="Meiryo"/>
              <a:cs typeface="Meiryo"/>
              <a:sym typeface="Meiryo"/>
            </a:endParaRPr>
          </a:p>
          <a:p>
            <a:pPr marL="285750" lvl="0" indent="-285750" algn="just" rtl="0">
              <a:lnSpc>
                <a:spcPct val="100000"/>
              </a:lnSpc>
              <a:spcBef>
                <a:spcPts val="930"/>
              </a:spcBef>
              <a:spcAft>
                <a:spcPts val="0"/>
              </a:spcAft>
              <a:buClr>
                <a:srgbClr val="000000"/>
              </a:buClr>
              <a:buSzPts val="1800"/>
              <a:buFont typeface="Noto Sans Symbols"/>
              <a:buChar char="❑"/>
            </a:pPr>
            <a:r>
              <a:rPr lang="en-GB" b="0" i="0" dirty="0">
                <a:solidFill>
                  <a:srgbClr val="000000"/>
                </a:solidFill>
                <a:latin typeface="Meiryo"/>
                <a:ea typeface="Meiryo"/>
                <a:cs typeface="Meiryo"/>
                <a:sym typeface="Meiryo"/>
              </a:rPr>
              <a:t>happened, in connection with delivering </a:t>
            </a:r>
            <a:endParaRPr dirty="0">
              <a:latin typeface="Meiryo"/>
              <a:ea typeface="Meiryo"/>
              <a:cs typeface="Meiryo"/>
              <a:sym typeface="Meiryo"/>
            </a:endParaRPr>
          </a:p>
          <a:p>
            <a:pPr marL="285750" lvl="0" indent="-285750" algn="just" rtl="0">
              <a:lnSpc>
                <a:spcPct val="100000"/>
              </a:lnSpc>
              <a:spcBef>
                <a:spcPts val="930"/>
              </a:spcBef>
              <a:spcAft>
                <a:spcPts val="0"/>
              </a:spcAft>
              <a:buClr>
                <a:srgbClr val="000000"/>
              </a:buClr>
              <a:buSzPts val="1800"/>
              <a:buFont typeface="Noto Sans Symbols"/>
              <a:buChar char="❑"/>
            </a:pPr>
            <a:r>
              <a:rPr lang="en-GB" b="0" i="0" dirty="0">
                <a:solidFill>
                  <a:srgbClr val="000000"/>
                </a:solidFill>
                <a:latin typeface="Meiryo"/>
                <a:ea typeface="Meiryo"/>
                <a:cs typeface="Meiryo"/>
                <a:sym typeface="Meiryo"/>
              </a:rPr>
              <a:t>NDIS supports or services.  </a:t>
            </a:r>
            <a:endParaRPr dirty="0">
              <a:latin typeface="Meiryo"/>
              <a:ea typeface="Meiryo"/>
              <a:cs typeface="Meiryo"/>
              <a:sym typeface="Meiryo"/>
            </a:endParaRPr>
          </a:p>
          <a:p>
            <a:pPr marL="285750" lvl="0" indent="-285750" algn="just" rtl="0">
              <a:lnSpc>
                <a:spcPct val="100000"/>
              </a:lnSpc>
              <a:spcBef>
                <a:spcPts val="930"/>
              </a:spcBef>
              <a:spcAft>
                <a:spcPts val="0"/>
              </a:spcAft>
              <a:buClr>
                <a:srgbClr val="000000"/>
              </a:buClr>
              <a:buSzPts val="1800"/>
              <a:buFont typeface="Noto Sans Symbols"/>
              <a:buChar char="❑"/>
            </a:pPr>
            <a:r>
              <a:rPr lang="en-GB" b="0" i="0" dirty="0">
                <a:solidFill>
                  <a:srgbClr val="000000"/>
                </a:solidFill>
                <a:latin typeface="Meiryo"/>
                <a:ea typeface="Meiryo"/>
                <a:cs typeface="Meiryo"/>
                <a:sym typeface="Meiryo"/>
              </a:rPr>
              <a:t>Registered NDIS providers must notify </a:t>
            </a:r>
            <a:endParaRPr dirty="0">
              <a:latin typeface="Meiryo"/>
              <a:ea typeface="Meiryo"/>
              <a:cs typeface="Meiryo"/>
              <a:sym typeface="Meiryo"/>
            </a:endParaRPr>
          </a:p>
          <a:p>
            <a:pPr marL="285750" lvl="0" indent="-285750" algn="just" rtl="0">
              <a:lnSpc>
                <a:spcPct val="100000"/>
              </a:lnSpc>
              <a:spcBef>
                <a:spcPts val="930"/>
              </a:spcBef>
              <a:spcAft>
                <a:spcPts val="0"/>
              </a:spcAft>
              <a:buClr>
                <a:srgbClr val="000000"/>
              </a:buClr>
              <a:buSzPts val="1800"/>
              <a:buFont typeface="Noto Sans Symbols"/>
              <a:buChar char="❑"/>
            </a:pPr>
            <a:r>
              <a:rPr lang="en-GB" b="0" i="0" dirty="0">
                <a:solidFill>
                  <a:srgbClr val="000000"/>
                </a:solidFill>
                <a:latin typeface="Meiryo"/>
                <a:ea typeface="Meiryo"/>
                <a:cs typeface="Meiryo"/>
                <a:sym typeface="Meiryo"/>
              </a:rPr>
              <a:t>the NDIS Commission of all reportable incidents.</a:t>
            </a:r>
            <a:endParaRPr dirty="0">
              <a:latin typeface="Meiryo"/>
              <a:ea typeface="Meiryo"/>
              <a:cs typeface="Meiryo"/>
              <a:sym typeface="Meiryo"/>
            </a:endParaRPr>
          </a:p>
          <a:p>
            <a:pPr marL="285750" lvl="0" indent="-285750" algn="just" rtl="0">
              <a:lnSpc>
                <a:spcPct val="100000"/>
              </a:lnSpc>
              <a:spcBef>
                <a:spcPts val="930"/>
              </a:spcBef>
              <a:spcAft>
                <a:spcPts val="0"/>
              </a:spcAft>
              <a:buClr>
                <a:srgbClr val="000000"/>
              </a:buClr>
              <a:buSzPts val="1800"/>
              <a:buFont typeface="Noto Sans Symbols"/>
              <a:buChar char="❑"/>
            </a:pPr>
            <a:r>
              <a:rPr lang="en-GB" b="0" i="0" dirty="0">
                <a:solidFill>
                  <a:srgbClr val="000000"/>
                </a:solidFill>
                <a:latin typeface="Meiryo"/>
                <a:ea typeface="Meiryo"/>
                <a:cs typeface="Meiryo"/>
                <a:sym typeface="Meiryo"/>
              </a:rPr>
              <a:t>This includes incidents you have recorded</a:t>
            </a:r>
            <a:endParaRPr dirty="0">
              <a:latin typeface="Meiryo"/>
              <a:ea typeface="Meiryo"/>
              <a:cs typeface="Meiryo"/>
              <a:sym typeface="Meiryo"/>
            </a:endParaRPr>
          </a:p>
          <a:p>
            <a:pPr marL="285750" lvl="0" indent="-285750" algn="just" rtl="0">
              <a:lnSpc>
                <a:spcPct val="100000"/>
              </a:lnSpc>
              <a:spcBef>
                <a:spcPts val="930"/>
              </a:spcBef>
              <a:spcAft>
                <a:spcPts val="0"/>
              </a:spcAft>
              <a:buClr>
                <a:srgbClr val="000000"/>
              </a:buClr>
              <a:buSzPts val="1800"/>
              <a:buFont typeface="Noto Sans Symbols"/>
              <a:buChar char="❑"/>
            </a:pPr>
            <a:r>
              <a:rPr lang="en-GB" b="0" i="0" dirty="0">
                <a:solidFill>
                  <a:srgbClr val="000000"/>
                </a:solidFill>
                <a:latin typeface="Meiryo"/>
                <a:ea typeface="Meiryo"/>
                <a:cs typeface="Meiryo"/>
                <a:sym typeface="Meiryo"/>
              </a:rPr>
              <a:t> and responded to within your own incident </a:t>
            </a:r>
            <a:endParaRPr dirty="0">
              <a:latin typeface="Meiryo"/>
              <a:ea typeface="Meiryo"/>
              <a:cs typeface="Meiryo"/>
              <a:sym typeface="Meiryo"/>
            </a:endParaRPr>
          </a:p>
          <a:p>
            <a:pPr marL="285750" lvl="0" indent="-285750" algn="just" rtl="0">
              <a:lnSpc>
                <a:spcPct val="100000"/>
              </a:lnSpc>
              <a:spcBef>
                <a:spcPts val="930"/>
              </a:spcBef>
              <a:spcAft>
                <a:spcPts val="0"/>
              </a:spcAft>
              <a:buClr>
                <a:srgbClr val="000000"/>
              </a:buClr>
              <a:buSzPts val="1800"/>
              <a:buFont typeface="Noto Sans Symbols"/>
              <a:buChar char="❑"/>
            </a:pPr>
            <a:r>
              <a:rPr lang="en-GB" b="0" i="0" dirty="0">
                <a:solidFill>
                  <a:srgbClr val="000000"/>
                </a:solidFill>
                <a:latin typeface="Meiryo"/>
                <a:ea typeface="Meiryo"/>
                <a:cs typeface="Meiryo"/>
                <a:sym typeface="Meiryo"/>
              </a:rPr>
              <a:t>management system.</a:t>
            </a:r>
            <a:endParaRPr dirty="0">
              <a:latin typeface="Meiryo"/>
              <a:ea typeface="Meiryo"/>
              <a:cs typeface="Meiryo"/>
              <a:sym typeface="Meiryo"/>
            </a:endParaRPr>
          </a:p>
          <a:p>
            <a:pPr marL="0" lvl="0" indent="0" algn="just" rtl="0">
              <a:lnSpc>
                <a:spcPct val="100000"/>
              </a:lnSpc>
              <a:spcBef>
                <a:spcPts val="930"/>
              </a:spcBef>
              <a:spcAft>
                <a:spcPts val="0"/>
              </a:spcAft>
              <a:buClr>
                <a:srgbClr val="3F3F3F"/>
              </a:buClr>
              <a:buSzPts val="1800"/>
              <a:buNone/>
            </a:pPr>
            <a:endParaRPr dirty="0">
              <a:latin typeface="Meiryo"/>
              <a:ea typeface="Meiryo"/>
              <a:cs typeface="Meiryo"/>
              <a:sym typeface="Meiryo"/>
            </a:endParaRPr>
          </a:p>
        </p:txBody>
      </p:sp>
      <p:graphicFrame>
        <p:nvGraphicFramePr>
          <p:cNvPr id="420" name="Google Shape;420;p31"/>
          <p:cNvGraphicFramePr/>
          <p:nvPr/>
        </p:nvGraphicFramePr>
        <p:xfrm>
          <a:off x="5799551" y="191700"/>
          <a:ext cx="6152175" cy="6512665"/>
        </p:xfrm>
        <a:graphic>
          <a:graphicData uri="http://schemas.openxmlformats.org/drawingml/2006/table">
            <a:tbl>
              <a:tblPr>
                <a:noFill/>
                <a:tableStyleId>{6CBD4832-966C-4929-85D6-A8FF593B3105}</a:tableStyleId>
              </a:tblPr>
              <a:tblGrid>
                <a:gridCol w="1910100">
                  <a:extLst>
                    <a:ext uri="{9D8B030D-6E8A-4147-A177-3AD203B41FA5}">
                      <a16:colId xmlns:a16="http://schemas.microsoft.com/office/drawing/2014/main" val="20000"/>
                    </a:ext>
                  </a:extLst>
                </a:gridCol>
                <a:gridCol w="4242075">
                  <a:extLst>
                    <a:ext uri="{9D8B030D-6E8A-4147-A177-3AD203B41FA5}">
                      <a16:colId xmlns:a16="http://schemas.microsoft.com/office/drawing/2014/main" val="20001"/>
                    </a:ext>
                  </a:extLst>
                </a:gridCol>
              </a:tblGrid>
              <a:tr h="429825">
                <a:tc>
                  <a:txBody>
                    <a:bodyPr/>
                    <a:lstStyle/>
                    <a:p>
                      <a:pPr marL="0" marR="0" lvl="0" indent="0" algn="l" rtl="0">
                        <a:lnSpc>
                          <a:spcPct val="100000"/>
                        </a:lnSpc>
                        <a:spcBef>
                          <a:spcPts val="0"/>
                        </a:spcBef>
                        <a:spcAft>
                          <a:spcPts val="0"/>
                        </a:spcAft>
                        <a:buClr>
                          <a:srgbClr val="000000"/>
                        </a:buClr>
                        <a:buSzPts val="1200"/>
                        <a:buFont typeface="Arial"/>
                        <a:buNone/>
                      </a:pPr>
                      <a:r>
                        <a:rPr lang="en-GB" sz="1200" b="1" u="none" strike="noStrike" cap="none"/>
                        <a:t>Reportable incident</a:t>
                      </a:r>
                      <a:endParaRPr sz="1200" u="none" strike="noStrike" cap="none"/>
                    </a:p>
                  </a:txBody>
                  <a:tcPr marL="34450" marR="34450" marT="17225" marB="172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BFBFBF"/>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GB" sz="1200" b="1" u="none" strike="noStrike" cap="none"/>
                        <a:t>You MUST notify us within:</a:t>
                      </a:r>
                      <a:endParaRPr sz="1200" u="none" strike="noStrike" cap="none"/>
                    </a:p>
                    <a:p>
                      <a:pPr marL="0" marR="0" lvl="0" indent="0" algn="l" rtl="0">
                        <a:lnSpc>
                          <a:spcPct val="100000"/>
                        </a:lnSpc>
                        <a:spcBef>
                          <a:spcPts val="0"/>
                        </a:spcBef>
                        <a:spcAft>
                          <a:spcPts val="0"/>
                        </a:spcAft>
                        <a:buClr>
                          <a:srgbClr val="000000"/>
                        </a:buClr>
                        <a:buSzPts val="1200"/>
                        <a:buFont typeface="Arial"/>
                        <a:buNone/>
                      </a:pPr>
                      <a:r>
                        <a:rPr lang="en-GB" sz="1200" b="1" u="none" strike="noStrike" cap="none"/>
                        <a:t>(Timeframes are calculated from when a registered NDIS provider became aware of the incident) </a:t>
                      </a:r>
                      <a:endParaRPr sz="1200" u="none" strike="noStrike" cap="none"/>
                    </a:p>
                  </a:txBody>
                  <a:tcPr marL="34450" marR="34450" marT="17225" marB="172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44815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t>Death of a person with disability. </a:t>
                      </a:r>
                      <a:endParaRPr sz="1200" u="none" strike="noStrike" cap="none"/>
                    </a:p>
                  </a:txBody>
                  <a:tcPr marL="34450" marR="34450" marT="17225" marB="172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5F4F5"/>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GB" sz="1200" b="1" u="none" strike="noStrike" cap="none"/>
                        <a:t>24 hours</a:t>
                      </a:r>
                      <a:endParaRPr sz="1200" u="none" strike="noStrike" cap="none"/>
                    </a:p>
                  </a:txBody>
                  <a:tcPr marL="34450" marR="34450" marT="17225" marB="172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5F4F5"/>
                    </a:solidFill>
                  </a:tcPr>
                </a:tc>
                <a:extLst>
                  <a:ext uri="{0D108BD9-81ED-4DB2-BD59-A6C34878D82A}">
                    <a16:rowId xmlns:a16="http://schemas.microsoft.com/office/drawing/2014/main" val="10001"/>
                  </a:ext>
                </a:extLst>
              </a:tr>
              <a:tr h="56790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t>Serious injury of a person with disability.</a:t>
                      </a:r>
                      <a:endParaRPr sz="1200" u="none" strike="noStrike" cap="none"/>
                    </a:p>
                  </a:txBody>
                  <a:tcPr marL="34450" marR="34450" marT="17225" marB="172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GB" sz="1200" b="1" u="none" strike="noStrike" cap="none"/>
                        <a:t>24 hours</a:t>
                      </a:r>
                      <a:endParaRPr sz="1200" u="none" strike="noStrike" cap="none"/>
                    </a:p>
                  </a:txBody>
                  <a:tcPr marL="34450" marR="34450" marT="17225" marB="172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701875">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t>Abuse or neglect of a person with disability. </a:t>
                      </a:r>
                      <a:endParaRPr sz="1200" u="none" strike="noStrike" cap="none"/>
                    </a:p>
                  </a:txBody>
                  <a:tcPr marL="34450" marR="34450" marT="17225" marB="172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5F4F5"/>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GB" sz="1200" b="1" u="none" strike="noStrike" cap="none"/>
                        <a:t>24 hours</a:t>
                      </a:r>
                      <a:endParaRPr sz="1200" u="none" strike="noStrike" cap="none"/>
                    </a:p>
                  </a:txBody>
                  <a:tcPr marL="34450" marR="34450" marT="17225" marB="172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5F4F5"/>
                    </a:solidFill>
                  </a:tcPr>
                </a:tc>
                <a:extLst>
                  <a:ext uri="{0D108BD9-81ED-4DB2-BD59-A6C34878D82A}">
                    <a16:rowId xmlns:a16="http://schemas.microsoft.com/office/drawing/2014/main" val="10003"/>
                  </a:ext>
                </a:extLst>
              </a:tr>
              <a:tr h="85695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t>Unlawful sexual or physical contact with, or assault of, a person with disability.</a:t>
                      </a:r>
                      <a:endParaRPr sz="1200" u="none" strike="noStrike" cap="none"/>
                    </a:p>
                  </a:txBody>
                  <a:tcPr marL="34450" marR="34450" marT="17225" marB="172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GB" sz="1200" b="1" u="none" strike="noStrike" cap="none"/>
                        <a:t>24 hours</a:t>
                      </a:r>
                      <a:endParaRPr sz="1200" u="none" strike="noStrike" cap="none"/>
                    </a:p>
                  </a:txBody>
                  <a:tcPr marL="34450" marR="34450" marT="17225" marB="172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352450">
                <a:tc>
                  <a:txBody>
                    <a:bodyPr/>
                    <a:lstStyle/>
                    <a:p>
                      <a:pPr marL="0" marR="0" lvl="0" indent="0" algn="l" rtl="0">
                        <a:lnSpc>
                          <a:spcPct val="100000"/>
                        </a:lnSpc>
                        <a:spcBef>
                          <a:spcPts val="0"/>
                        </a:spcBef>
                        <a:spcAft>
                          <a:spcPts val="0"/>
                        </a:spcAft>
                        <a:buClr>
                          <a:srgbClr val="000000"/>
                        </a:buClr>
                        <a:buSzPts val="1200"/>
                        <a:buFont typeface="Arial"/>
                        <a:buNone/>
                      </a:pPr>
                      <a:r>
                        <a:rPr lang="en-GB" sz="1200" u="none" strike="noStrike" cap="none"/>
                        <a:t>Sexual misconduct against, or in the presence of, a person with disability, including grooming of the person for sexual activity.</a:t>
                      </a:r>
                      <a:endParaRPr sz="1200" u="none" strike="noStrike" cap="none"/>
                    </a:p>
                  </a:txBody>
                  <a:tcPr marL="34450" marR="34450" marT="17225" marB="172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5F4F5"/>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GB" sz="1200" b="1" u="none" strike="noStrike" cap="none"/>
                        <a:t>24 hours</a:t>
                      </a:r>
                      <a:endParaRPr sz="1200" u="none" strike="noStrike" cap="none"/>
                    </a:p>
                  </a:txBody>
                  <a:tcPr marL="34450" marR="34450" marT="17225" marB="172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5F4F5"/>
                    </a:solidFill>
                  </a:tcPr>
                </a:tc>
                <a:extLst>
                  <a:ext uri="{0D108BD9-81ED-4DB2-BD59-A6C34878D82A}">
                    <a16:rowId xmlns:a16="http://schemas.microsoft.com/office/drawing/2014/main" val="10005"/>
                  </a:ext>
                </a:extLst>
              </a:tr>
              <a:tr h="2002250">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p>
                    <a:p>
                      <a:pPr marL="0" marR="0" lvl="0" indent="0" algn="l" rtl="0">
                        <a:lnSpc>
                          <a:spcPct val="100000"/>
                        </a:lnSpc>
                        <a:spcBef>
                          <a:spcPts val="0"/>
                        </a:spcBef>
                        <a:spcAft>
                          <a:spcPts val="0"/>
                        </a:spcAft>
                        <a:buClr>
                          <a:srgbClr val="000000"/>
                        </a:buClr>
                        <a:buSzPts val="1200"/>
                        <a:buFont typeface="Arial"/>
                        <a:buNone/>
                      </a:pPr>
                      <a:r>
                        <a:rPr lang="en-GB" sz="1200" u="none" strike="noStrike" cap="none"/>
                        <a:t>Use of a </a:t>
                      </a:r>
                      <a:r>
                        <a:rPr lang="en-GB" sz="1200" u="sng" strike="noStrike" cap="none">
                          <a:solidFill>
                            <a:schemeClr val="hlink"/>
                          </a:solidFill>
                          <a:hlinkClick r:id="rId3"/>
                        </a:rPr>
                        <a:t>restrictive practice that is unauthorised</a:t>
                      </a:r>
                      <a:r>
                        <a:rPr lang="en-GB" sz="1200" u="none" strike="noStrike" cap="none"/>
                        <a:t> by your state or territory, or does not follow a behaviour support plan for the person with disability. </a:t>
                      </a:r>
                      <a:endParaRPr sz="1200" u="none" strike="noStrike" cap="none"/>
                    </a:p>
                  </a:txBody>
                  <a:tcPr marL="34450" marR="34450" marT="17225" marB="172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GB" sz="1200" b="1" u="none" strike="noStrike" cap="none"/>
                        <a:t>5 business days</a:t>
                      </a:r>
                      <a:endParaRPr sz="1200" u="none" strike="noStrike" cap="none"/>
                    </a:p>
                    <a:p>
                      <a:pPr marL="0" marR="0" lvl="0" indent="0" algn="l" rtl="0">
                        <a:lnSpc>
                          <a:spcPct val="100000"/>
                        </a:lnSpc>
                        <a:spcBef>
                          <a:spcPts val="0"/>
                        </a:spcBef>
                        <a:spcAft>
                          <a:spcPts val="0"/>
                        </a:spcAft>
                        <a:buClr>
                          <a:srgbClr val="000000"/>
                        </a:buClr>
                        <a:buSzPts val="1200"/>
                        <a:buFont typeface="Arial"/>
                        <a:buNone/>
                      </a:pPr>
                      <a:r>
                        <a:rPr lang="en-GB" sz="1200" b="1" u="none" strike="noStrike" cap="none"/>
                        <a:t>If the incident has resulted in harm to a person with disability, it must be reported within 24 hours. </a:t>
                      </a:r>
                      <a:endParaRPr sz="1200" u="none" strike="noStrike" cap="none"/>
                    </a:p>
                  </a:txBody>
                  <a:tcPr marL="34450" marR="34450" marT="17225" marB="172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
        <p:nvSpPr>
          <p:cNvPr id="421" name="Google Shape;421;p31"/>
          <p:cNvSpPr txBox="1">
            <a:spLocks noGrp="1"/>
          </p:cNvSpPr>
          <p:nvPr>
            <p:ph type="ftr" idx="11"/>
          </p:nvPr>
        </p:nvSpPr>
        <p:spPr>
          <a:xfrm>
            <a:off x="240296" y="6150963"/>
            <a:ext cx="2154596"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a:solidFill>
                  <a:srgbClr val="FF0000"/>
                </a:solidFill>
              </a:rPr>
              <a:t>Owned by Infinity Supports WA Pty Ltd– Confidential &amp; Internal Use Only.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2"/>
          <p:cNvSpPr txBox="1">
            <a:spLocks noGrp="1"/>
          </p:cNvSpPr>
          <p:nvPr>
            <p:ph type="title" idx="4294967295"/>
          </p:nvPr>
        </p:nvSpPr>
        <p:spPr>
          <a:xfrm>
            <a:off x="1711313" y="505456"/>
            <a:ext cx="8769300" cy="839700"/>
          </a:xfrm>
          <a:prstGeom prst="rect">
            <a:avLst/>
          </a:prstGeom>
          <a:noFill/>
          <a:ln>
            <a:noFill/>
          </a:ln>
        </p:spPr>
        <p:txBody>
          <a:bodyPr spcFirstLastPara="1" wrap="square" lIns="109725" tIns="109725" rIns="109725" bIns="91425" anchor="b" anchorCtr="0">
            <a:noAutofit/>
          </a:bodyPr>
          <a:lstStyle/>
          <a:p>
            <a:pPr marL="0" lvl="0" indent="0" algn="ctr" rtl="0">
              <a:lnSpc>
                <a:spcPct val="130000"/>
              </a:lnSpc>
              <a:spcBef>
                <a:spcPts val="0"/>
              </a:spcBef>
              <a:spcAft>
                <a:spcPts val="0"/>
              </a:spcAft>
              <a:buClr>
                <a:srgbClr val="3F3F3F"/>
              </a:buClr>
              <a:buSzPct val="100000"/>
              <a:buFont typeface="Meiryo"/>
              <a:buNone/>
            </a:pPr>
            <a:r>
              <a:rPr lang="en-GB" sz="2800" u="sng" dirty="0"/>
              <a:t>Behaviour support And Restrictive Practices</a:t>
            </a:r>
            <a:br>
              <a:rPr lang="en-GB" sz="2800" dirty="0"/>
            </a:br>
            <a:endParaRPr sz="2800" dirty="0"/>
          </a:p>
        </p:txBody>
      </p:sp>
      <p:sp>
        <p:nvSpPr>
          <p:cNvPr id="427" name="Google Shape;427;p32"/>
          <p:cNvSpPr txBox="1">
            <a:spLocks noGrp="1"/>
          </p:cNvSpPr>
          <p:nvPr>
            <p:ph type="body" idx="4294967295"/>
          </p:nvPr>
        </p:nvSpPr>
        <p:spPr>
          <a:xfrm>
            <a:off x="1711263" y="767990"/>
            <a:ext cx="8769350" cy="3651250"/>
          </a:xfrm>
          <a:prstGeom prst="rect">
            <a:avLst/>
          </a:prstGeom>
          <a:noFill/>
          <a:ln>
            <a:noFill/>
          </a:ln>
        </p:spPr>
        <p:txBody>
          <a:bodyPr spcFirstLastPara="1" wrap="square" lIns="109725" tIns="109725" rIns="109725" bIns="91425" anchor="t" anchorCtr="0">
            <a:noAutofit/>
          </a:bodyPr>
          <a:lstStyle/>
          <a:p>
            <a:pPr marL="285750" lvl="0" indent="-285750" algn="l" rtl="0">
              <a:lnSpc>
                <a:spcPct val="140000"/>
              </a:lnSpc>
              <a:spcBef>
                <a:spcPts val="0"/>
              </a:spcBef>
              <a:spcAft>
                <a:spcPts val="0"/>
              </a:spcAft>
              <a:buClr>
                <a:srgbClr val="3F3F3F"/>
              </a:buClr>
              <a:buSzPts val="1243"/>
              <a:buFont typeface="Noto Sans Symbols"/>
              <a:buChar char="❑"/>
            </a:pPr>
            <a:r>
              <a:rPr lang="en-GB" dirty="0">
                <a:latin typeface="Meiryo"/>
                <a:ea typeface="Meiryo"/>
                <a:cs typeface="Meiryo"/>
                <a:sym typeface="Meiryo"/>
              </a:rPr>
              <a:t>Who has a PBS plan? </a:t>
            </a:r>
            <a:endParaRPr dirty="0">
              <a:latin typeface="Meiryo"/>
              <a:ea typeface="Meiryo"/>
              <a:cs typeface="Meiryo"/>
              <a:sym typeface="Meiryo"/>
            </a:endParaRPr>
          </a:p>
          <a:p>
            <a:pPr marL="742950" lvl="1" indent="-285750" algn="l" rtl="0">
              <a:lnSpc>
                <a:spcPct val="100000"/>
              </a:lnSpc>
              <a:spcBef>
                <a:spcPts val="0"/>
              </a:spcBef>
              <a:spcAft>
                <a:spcPts val="0"/>
              </a:spcAft>
              <a:buClr>
                <a:schemeClr val="dk1"/>
              </a:buClr>
              <a:buSzPts val="978"/>
              <a:buFont typeface="Noto Sans Symbols"/>
              <a:buChar char="⮚"/>
            </a:pPr>
            <a:r>
              <a:rPr lang="en-GB" sz="1800" dirty="0">
                <a:solidFill>
                  <a:schemeClr val="dk1"/>
                </a:solidFill>
                <a:latin typeface="Meiryo"/>
                <a:ea typeface="Meiryo"/>
                <a:cs typeface="Meiryo"/>
                <a:sym typeface="Meiryo"/>
              </a:rPr>
              <a:t>Any client with behaviours or high-risk needs or restrictive practices </a:t>
            </a:r>
            <a:endParaRPr sz="1800" dirty="0">
              <a:solidFill>
                <a:schemeClr val="dk1"/>
              </a:solidFill>
              <a:latin typeface="Meiryo"/>
              <a:ea typeface="Meiryo"/>
              <a:cs typeface="Meiryo"/>
              <a:sym typeface="Meiryo"/>
            </a:endParaRPr>
          </a:p>
          <a:p>
            <a:pPr marL="285750" lvl="0" indent="-240044" algn="l" rtl="0">
              <a:lnSpc>
                <a:spcPct val="100000"/>
              </a:lnSpc>
              <a:spcBef>
                <a:spcPts val="0"/>
              </a:spcBef>
              <a:spcAft>
                <a:spcPts val="0"/>
              </a:spcAft>
              <a:buClr>
                <a:schemeClr val="dk1"/>
              </a:buClr>
              <a:buSzPts val="720"/>
              <a:buFont typeface="Noto Sans Symbols"/>
              <a:buNone/>
            </a:pPr>
            <a:endParaRPr dirty="0">
              <a:solidFill>
                <a:schemeClr val="dk1"/>
              </a:solidFill>
              <a:latin typeface="Meiryo"/>
              <a:ea typeface="Meiryo"/>
              <a:cs typeface="Meiryo"/>
              <a:sym typeface="Meiryo"/>
            </a:endParaRPr>
          </a:p>
          <a:p>
            <a:pPr marL="285750" lvl="0" indent="-285750" algn="l" rtl="0">
              <a:lnSpc>
                <a:spcPct val="140000"/>
              </a:lnSpc>
              <a:spcBef>
                <a:spcPts val="0"/>
              </a:spcBef>
              <a:spcAft>
                <a:spcPts val="0"/>
              </a:spcAft>
              <a:buClr>
                <a:srgbClr val="3F3F3F"/>
              </a:buClr>
              <a:buSzPts val="1178"/>
              <a:buFont typeface="Noto Sans Symbols"/>
              <a:buChar char="❑"/>
            </a:pPr>
            <a:r>
              <a:rPr lang="en-GB" dirty="0">
                <a:latin typeface="Meiryo"/>
                <a:ea typeface="Meiryo"/>
                <a:cs typeface="Meiryo"/>
                <a:sym typeface="Meiryo"/>
              </a:rPr>
              <a:t>What are restrictive practices ?</a:t>
            </a:r>
            <a:endParaRPr dirty="0">
              <a:latin typeface="Meiryo"/>
              <a:ea typeface="Meiryo"/>
              <a:cs typeface="Meiryo"/>
              <a:sym typeface="Meiryo"/>
            </a:endParaRPr>
          </a:p>
          <a:p>
            <a:pPr marL="742950" lvl="1" indent="-285750" algn="l" rtl="0">
              <a:lnSpc>
                <a:spcPct val="140000"/>
              </a:lnSpc>
              <a:spcBef>
                <a:spcPts val="0"/>
              </a:spcBef>
              <a:spcAft>
                <a:spcPts val="0"/>
              </a:spcAft>
              <a:buSzPts val="1600"/>
              <a:buFont typeface="Noto Sans Symbols"/>
              <a:buChar char="⮚"/>
            </a:pPr>
            <a:r>
              <a:rPr lang="en-GB" sz="1800" dirty="0">
                <a:latin typeface="Meiryo"/>
                <a:ea typeface="Meiryo"/>
                <a:cs typeface="Meiryo"/>
                <a:sym typeface="Meiryo"/>
              </a:rPr>
              <a:t>The NDIS Act 2013 defines a restrictive practice as ‘any practice or intervention that has the effect of restricting the rights or freedom of movement of a person with disability’. Under the National Disability Insurance Scheme (Restrictive Practices and Behaviour Support) Rules 2018, there are five restrictive practices that are subject to regulation and oversight by the NDIS Commission. </a:t>
            </a:r>
            <a:endParaRPr sz="1800" dirty="0">
              <a:latin typeface="Meiryo"/>
              <a:ea typeface="Meiryo"/>
              <a:cs typeface="Meiryo"/>
              <a:sym typeface="Meiryo"/>
            </a:endParaRPr>
          </a:p>
          <a:p>
            <a:pPr marL="742950" lvl="1" indent="-285750" algn="l" rtl="0">
              <a:lnSpc>
                <a:spcPct val="140000"/>
              </a:lnSpc>
              <a:spcBef>
                <a:spcPts val="930"/>
              </a:spcBef>
              <a:spcAft>
                <a:spcPts val="0"/>
              </a:spcAft>
              <a:buSzPts val="1600"/>
              <a:buFont typeface="Noto Sans Symbols"/>
              <a:buChar char="⮚"/>
            </a:pPr>
            <a:r>
              <a:rPr lang="en-GB" sz="1800" dirty="0">
                <a:latin typeface="Meiryo"/>
                <a:ea typeface="Meiryo"/>
                <a:cs typeface="Meiryo"/>
                <a:sym typeface="Meiryo"/>
              </a:rPr>
              <a:t>There are five types of regulated restrictive practices, being:  chemical restraint  environmental restraint  mechanical restraint  physical restraint  seclusion.</a:t>
            </a:r>
            <a:endParaRPr sz="1800" dirty="0">
              <a:latin typeface="Meiryo"/>
              <a:ea typeface="Meiryo"/>
              <a:cs typeface="Meiryo"/>
              <a:sym typeface="Meiryo"/>
            </a:endParaRPr>
          </a:p>
          <a:p>
            <a:pPr marL="742950" lvl="1" indent="-285750" algn="l" rtl="0">
              <a:lnSpc>
                <a:spcPct val="140000"/>
              </a:lnSpc>
              <a:spcBef>
                <a:spcPts val="930"/>
              </a:spcBef>
              <a:spcAft>
                <a:spcPts val="0"/>
              </a:spcAft>
              <a:buSzPts val="1229"/>
              <a:buFont typeface="Noto Sans Symbols"/>
              <a:buChar char="⮚"/>
            </a:pPr>
            <a:r>
              <a:rPr lang="en-GB" sz="1800" dirty="0">
                <a:latin typeface="Meiryo"/>
                <a:ea typeface="Meiryo"/>
                <a:cs typeface="Meiryo"/>
                <a:sym typeface="Meiryo"/>
              </a:rPr>
              <a:t>Who can tell me what an example of each is?</a:t>
            </a:r>
            <a:endParaRPr sz="1800" dirty="0">
              <a:latin typeface="Meiryo"/>
              <a:ea typeface="Meiryo"/>
              <a:cs typeface="Meiryo"/>
              <a:sym typeface="Meiryo"/>
            </a:endParaRPr>
          </a:p>
        </p:txBody>
      </p:sp>
      <p:sp>
        <p:nvSpPr>
          <p:cNvPr id="428" name="Google Shape;428;p32"/>
          <p:cNvSpPr txBox="1">
            <a:spLocks noGrp="1"/>
          </p:cNvSpPr>
          <p:nvPr>
            <p:ph type="ftr" idx="11"/>
          </p:nvPr>
        </p:nvSpPr>
        <p:spPr>
          <a:xfrm>
            <a:off x="3262312" y="6352544"/>
            <a:ext cx="5667375"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a:solidFill>
                  <a:srgbClr val="FF0000"/>
                </a:solidFill>
              </a:rPr>
              <a:t>Owned by Infinity Supports WA Pty Ltd– Confidential &amp; Internal Use Only.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3"/>
          <p:cNvSpPr txBox="1">
            <a:spLocks noGrp="1"/>
          </p:cNvSpPr>
          <p:nvPr>
            <p:ph type="title"/>
          </p:nvPr>
        </p:nvSpPr>
        <p:spPr>
          <a:xfrm>
            <a:off x="1710750" y="786580"/>
            <a:ext cx="8770500" cy="686207"/>
          </a:xfrm>
          <a:prstGeom prst="rect">
            <a:avLst/>
          </a:prstGeom>
          <a:noFill/>
          <a:ln>
            <a:noFill/>
          </a:ln>
        </p:spPr>
        <p:txBody>
          <a:bodyPr spcFirstLastPara="1" wrap="square" lIns="109725" tIns="109725" rIns="109725" bIns="91425" anchor="b" anchorCtr="0">
            <a:normAutofit/>
          </a:bodyPr>
          <a:lstStyle/>
          <a:p>
            <a:pPr marL="0" lvl="0" indent="0" algn="ctr" rtl="0">
              <a:lnSpc>
                <a:spcPct val="130000"/>
              </a:lnSpc>
              <a:spcBef>
                <a:spcPts val="0"/>
              </a:spcBef>
              <a:spcAft>
                <a:spcPts val="0"/>
              </a:spcAft>
              <a:buSzPts val="1800"/>
              <a:buNone/>
            </a:pPr>
            <a:r>
              <a:rPr lang="en-GB" sz="2400" u="sng" dirty="0"/>
              <a:t>Behaviour support And Restrictive Practices</a:t>
            </a:r>
            <a:endParaRPr sz="2400" u="sng" dirty="0"/>
          </a:p>
        </p:txBody>
      </p:sp>
      <p:sp>
        <p:nvSpPr>
          <p:cNvPr id="435" name="Google Shape;435;p33"/>
          <p:cNvSpPr txBox="1">
            <a:spLocks noGrp="1"/>
          </p:cNvSpPr>
          <p:nvPr>
            <p:ph type="body" idx="1"/>
          </p:nvPr>
        </p:nvSpPr>
        <p:spPr>
          <a:xfrm>
            <a:off x="1710750" y="2292612"/>
            <a:ext cx="8770500" cy="3651600"/>
          </a:xfrm>
          <a:prstGeom prst="rect">
            <a:avLst/>
          </a:prstGeom>
          <a:noFill/>
          <a:ln>
            <a:noFill/>
          </a:ln>
        </p:spPr>
        <p:txBody>
          <a:bodyPr spcFirstLastPara="1" wrap="square" lIns="109725" tIns="109725" rIns="109725" bIns="91425" anchor="t" anchorCtr="0">
            <a:noAutofit/>
          </a:bodyPr>
          <a:lstStyle/>
          <a:p>
            <a:pPr marL="285750" lvl="0" indent="-285750" algn="l" rtl="0">
              <a:lnSpc>
                <a:spcPct val="140000"/>
              </a:lnSpc>
              <a:spcBef>
                <a:spcPts val="930"/>
              </a:spcBef>
              <a:spcAft>
                <a:spcPts val="0"/>
              </a:spcAft>
              <a:buClr>
                <a:srgbClr val="3F3F3F"/>
              </a:buClr>
              <a:buSzPts val="1800"/>
              <a:buFont typeface="Arial"/>
              <a:buChar char="•"/>
            </a:pPr>
            <a:r>
              <a:rPr lang="en-GB" dirty="0"/>
              <a:t>What is reportable to my manager?</a:t>
            </a:r>
            <a:endParaRPr dirty="0"/>
          </a:p>
          <a:p>
            <a:pPr marL="742950" lvl="1" indent="-285750" algn="l" rtl="0">
              <a:lnSpc>
                <a:spcPct val="140000"/>
              </a:lnSpc>
              <a:spcBef>
                <a:spcPts val="930"/>
              </a:spcBef>
              <a:spcAft>
                <a:spcPts val="0"/>
              </a:spcAft>
              <a:buSzPts val="1800"/>
              <a:buFont typeface="Noto Sans Symbols"/>
              <a:buChar char="⮚"/>
            </a:pPr>
            <a:r>
              <a:rPr lang="en-GB" sz="1800" dirty="0"/>
              <a:t>Incidents behaviours injuries near misses and use of a restrictive practice or if you are unsure.</a:t>
            </a:r>
            <a:endParaRPr sz="1800" dirty="0"/>
          </a:p>
          <a:p>
            <a:pPr marL="285750" lvl="0" indent="-285750" algn="l" rtl="0">
              <a:lnSpc>
                <a:spcPct val="140000"/>
              </a:lnSpc>
              <a:spcBef>
                <a:spcPts val="930"/>
              </a:spcBef>
              <a:spcAft>
                <a:spcPts val="0"/>
              </a:spcAft>
              <a:buSzPts val="1800"/>
              <a:buFont typeface="Arial"/>
              <a:buChar char="•"/>
            </a:pPr>
            <a:r>
              <a:rPr lang="en-GB" dirty="0"/>
              <a:t>What is my role?</a:t>
            </a:r>
            <a:endParaRPr dirty="0"/>
          </a:p>
          <a:p>
            <a:pPr marL="742950" lvl="1" indent="-285750" algn="l" rtl="0">
              <a:lnSpc>
                <a:spcPct val="140000"/>
              </a:lnSpc>
              <a:spcBef>
                <a:spcPts val="930"/>
              </a:spcBef>
              <a:spcAft>
                <a:spcPts val="0"/>
              </a:spcAft>
              <a:buSzPts val="1800"/>
              <a:buFont typeface="Noto Sans Symbols"/>
              <a:buChar char="⮚"/>
            </a:pPr>
            <a:r>
              <a:rPr lang="en-GB" sz="1800" dirty="0"/>
              <a:t>To ensure to safety dignity and respect of yourself, your clients and the organisation.</a:t>
            </a:r>
            <a:endParaRPr sz="1800" dirty="0"/>
          </a:p>
          <a:p>
            <a:pPr marL="742950" lvl="1" indent="-285750" algn="l" rtl="0">
              <a:lnSpc>
                <a:spcPct val="140000"/>
              </a:lnSpc>
              <a:spcBef>
                <a:spcPts val="930"/>
              </a:spcBef>
              <a:spcAft>
                <a:spcPts val="0"/>
              </a:spcAft>
              <a:buSzPts val="1800"/>
              <a:buFont typeface="Noto Sans Symbols"/>
              <a:buChar char="⮚"/>
            </a:pPr>
            <a:r>
              <a:rPr lang="en-GB" sz="1800" dirty="0"/>
              <a:t>At your safest and early convenience provide as much detail to your manager as possible via a phone call.</a:t>
            </a:r>
            <a:endParaRPr sz="1800" dirty="0"/>
          </a:p>
        </p:txBody>
      </p:sp>
      <p:sp>
        <p:nvSpPr>
          <p:cNvPr id="436" name="Google Shape;436;p33"/>
          <p:cNvSpPr txBox="1">
            <a:spLocks noGrp="1"/>
          </p:cNvSpPr>
          <p:nvPr>
            <p:ph type="ftr" idx="11"/>
          </p:nvPr>
        </p:nvSpPr>
        <p:spPr>
          <a:xfrm>
            <a:off x="3262350" y="6306837"/>
            <a:ext cx="5667300"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dirty="0">
                <a:solidFill>
                  <a:srgbClr val="FF0000"/>
                </a:solidFill>
              </a:rPr>
              <a:t>Owned by Infinity Supports WA Pty Ltd– Confidential &amp; Internal Use Only.</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g330705eaa1c_0_1"/>
          <p:cNvSpPr txBox="1">
            <a:spLocks noGrp="1"/>
          </p:cNvSpPr>
          <p:nvPr>
            <p:ph type="ctrTitle"/>
          </p:nvPr>
        </p:nvSpPr>
        <p:spPr>
          <a:xfrm>
            <a:off x="120593" y="2583325"/>
            <a:ext cx="3251871" cy="1297500"/>
          </a:xfrm>
          <a:prstGeom prst="rect">
            <a:avLst/>
          </a:prstGeom>
        </p:spPr>
        <p:txBody>
          <a:bodyPr spcFirstLastPara="1" wrap="square" lIns="109725" tIns="109725" rIns="109725" bIns="91425" anchor="b" anchorCtr="0">
            <a:noAutofit/>
          </a:bodyPr>
          <a:lstStyle/>
          <a:p>
            <a:pPr marL="0" lvl="0" indent="0" rtl="0">
              <a:spcBef>
                <a:spcPts val="0"/>
              </a:spcBef>
              <a:spcAft>
                <a:spcPts val="0"/>
              </a:spcAft>
              <a:buNone/>
            </a:pPr>
            <a:r>
              <a:rPr lang="en-GB" sz="2800" dirty="0"/>
              <a:t>Risk Assessments</a:t>
            </a:r>
            <a:endParaRPr sz="2800" dirty="0"/>
          </a:p>
        </p:txBody>
      </p:sp>
      <p:sp>
        <p:nvSpPr>
          <p:cNvPr id="443" name="Google Shape;443;g330705eaa1c_0_1"/>
          <p:cNvSpPr txBox="1">
            <a:spLocks noGrp="1"/>
          </p:cNvSpPr>
          <p:nvPr>
            <p:ph type="subTitle" idx="1"/>
          </p:nvPr>
        </p:nvSpPr>
        <p:spPr>
          <a:xfrm>
            <a:off x="4343911" y="321218"/>
            <a:ext cx="7052100" cy="5408400"/>
          </a:xfrm>
          <a:prstGeom prst="rect">
            <a:avLst/>
          </a:prstGeom>
        </p:spPr>
        <p:txBody>
          <a:bodyPr spcFirstLastPara="1" wrap="square" lIns="109725" tIns="109725" rIns="109725" bIns="91425" anchor="t" anchorCtr="0">
            <a:noAutofit/>
          </a:bodyPr>
          <a:lstStyle/>
          <a:p>
            <a:pPr marL="285750" lvl="0" indent="-285750" algn="l" rtl="0">
              <a:spcBef>
                <a:spcPts val="930"/>
              </a:spcBef>
              <a:spcAft>
                <a:spcPts val="0"/>
              </a:spcAft>
              <a:buFont typeface="Arial" panose="020B0604020202020204" pitchFamily="34" charset="0"/>
              <a:buChar char="•"/>
            </a:pPr>
            <a:r>
              <a:rPr lang="en-GB" sz="1800" u="sng" dirty="0"/>
              <a:t>Why would you do a risk assessment?</a:t>
            </a:r>
            <a:endParaRPr sz="1800" u="sng" dirty="0"/>
          </a:p>
          <a:p>
            <a:pPr marL="742950" lvl="1" indent="-285750" algn="l">
              <a:buFont typeface="Wingdings" panose="05000000000000000000" pitchFamily="2" charset="2"/>
              <a:buChar char="§"/>
            </a:pPr>
            <a:r>
              <a:rPr lang="en-GB" sz="1400" dirty="0"/>
              <a:t>To determine to level of risk to the individual, staff member or organisation.</a:t>
            </a:r>
            <a:endParaRPr sz="1400" dirty="0"/>
          </a:p>
          <a:p>
            <a:pPr marL="285750" lvl="0" indent="-285750" algn="l" rtl="0">
              <a:spcBef>
                <a:spcPts val="930"/>
              </a:spcBef>
              <a:spcAft>
                <a:spcPts val="0"/>
              </a:spcAft>
              <a:buFont typeface="Arial" panose="020B0604020202020204" pitchFamily="34" charset="0"/>
              <a:buChar char="•"/>
            </a:pPr>
            <a:r>
              <a:rPr lang="en-GB" sz="1800" u="sng" dirty="0"/>
              <a:t>What kind of thighs can be risk assessed?</a:t>
            </a:r>
            <a:endParaRPr sz="1800" u="sng" dirty="0"/>
          </a:p>
          <a:p>
            <a:pPr marL="742950" lvl="1" indent="-285750" algn="l">
              <a:buFont typeface="Wingdings" panose="05000000000000000000" pitchFamily="2" charset="2"/>
              <a:buChar char="§"/>
            </a:pPr>
            <a:r>
              <a:rPr lang="en-GB" sz="1400" dirty="0"/>
              <a:t>Any activity that has the potential to cause harm to an individual. </a:t>
            </a:r>
            <a:r>
              <a:rPr lang="en-GB" sz="1400" dirty="0" err="1"/>
              <a:t>i.e</a:t>
            </a:r>
            <a:r>
              <a:rPr lang="en-GB" sz="1400" dirty="0"/>
              <a:t> Swimming, Sailing , Surfing, Cooking.</a:t>
            </a:r>
            <a:endParaRPr sz="1400" dirty="0"/>
          </a:p>
          <a:p>
            <a:pPr marL="285750" lvl="0" indent="-285750" algn="l" rtl="0">
              <a:spcBef>
                <a:spcPts val="930"/>
              </a:spcBef>
              <a:spcAft>
                <a:spcPts val="0"/>
              </a:spcAft>
              <a:buFont typeface="Arial" panose="020B0604020202020204" pitchFamily="34" charset="0"/>
              <a:buChar char="•"/>
            </a:pPr>
            <a:r>
              <a:rPr lang="en-GB" sz="1800" u="sng" dirty="0"/>
              <a:t>When do these take place?</a:t>
            </a:r>
            <a:endParaRPr sz="1800" u="sng" dirty="0"/>
          </a:p>
          <a:p>
            <a:pPr marL="742950" lvl="1" indent="-285750" algn="l">
              <a:buFont typeface="Wingdings" panose="05000000000000000000" pitchFamily="2" charset="2"/>
              <a:buChar char="§"/>
            </a:pPr>
            <a:r>
              <a:rPr lang="en-GB" sz="1400" dirty="0"/>
              <a:t>Normal before and activity is commenced or if there is a potential for harm.</a:t>
            </a:r>
            <a:endParaRPr sz="1400" dirty="0"/>
          </a:p>
          <a:p>
            <a:pPr marL="285750" lvl="0" indent="-285750" algn="l" rtl="0">
              <a:spcBef>
                <a:spcPts val="930"/>
              </a:spcBef>
              <a:spcAft>
                <a:spcPts val="0"/>
              </a:spcAft>
              <a:buFont typeface="Arial" panose="020B0604020202020204" pitchFamily="34" charset="0"/>
              <a:buChar char="•"/>
            </a:pPr>
            <a:r>
              <a:rPr lang="en-GB" sz="1800" u="sng" dirty="0"/>
              <a:t>Who is responsible?</a:t>
            </a:r>
            <a:endParaRPr sz="1800" u="sng" dirty="0"/>
          </a:p>
          <a:p>
            <a:pPr marL="285750" lvl="0" indent="-285750" algn="l" rtl="0">
              <a:spcBef>
                <a:spcPts val="930"/>
              </a:spcBef>
              <a:spcAft>
                <a:spcPts val="0"/>
              </a:spcAft>
              <a:buFont typeface="Wingdings" panose="05000000000000000000" pitchFamily="2" charset="2"/>
              <a:buChar char="§"/>
            </a:pPr>
            <a:r>
              <a:rPr lang="en-GB" sz="1800" dirty="0"/>
              <a:t>Everyone is responsible for safety and risk assessments.</a:t>
            </a:r>
            <a:endParaRPr sz="1800" dirty="0"/>
          </a:p>
          <a:p>
            <a:pPr marL="0" lvl="0" indent="0" algn="ctr" rtl="0">
              <a:spcBef>
                <a:spcPts val="930"/>
              </a:spcBef>
              <a:spcAft>
                <a:spcPts val="0"/>
              </a:spcAft>
            </a:pPr>
            <a:r>
              <a:rPr lang="en-GB" sz="1800" b="1" i="1" u="sng" dirty="0"/>
              <a:t>If you are unsure ask.</a:t>
            </a:r>
            <a:endParaRPr sz="1800" b="1" i="1" u="sng" dirty="0"/>
          </a:p>
          <a:p>
            <a:pPr marL="285750" lvl="0" indent="-285750" algn="l" rtl="0">
              <a:spcBef>
                <a:spcPts val="930"/>
              </a:spcBef>
              <a:spcAft>
                <a:spcPts val="0"/>
              </a:spcAft>
              <a:buFont typeface="Arial" panose="020B0604020202020204" pitchFamily="34" charset="0"/>
              <a:buChar char="•"/>
            </a:pPr>
            <a:endParaRPr sz="1800" dirty="0"/>
          </a:p>
        </p:txBody>
      </p:sp>
      <p:sp>
        <p:nvSpPr>
          <p:cNvPr id="444" name="Google Shape;444;g330705eaa1c_0_1"/>
          <p:cNvSpPr txBox="1"/>
          <p:nvPr/>
        </p:nvSpPr>
        <p:spPr>
          <a:xfrm>
            <a:off x="4890961" y="6374284"/>
            <a:ext cx="5958000" cy="63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400"/>
              <a:buFont typeface="Arial"/>
              <a:buNone/>
            </a:pPr>
            <a:r>
              <a:rPr lang="en-GB" sz="1100" dirty="0">
                <a:solidFill>
                  <a:srgbClr val="FF0000"/>
                </a:solidFill>
                <a:latin typeface="Meiryo"/>
                <a:ea typeface="Meiryo"/>
                <a:cs typeface="Meiryo"/>
                <a:sym typeface="Meiryo"/>
              </a:rPr>
              <a:t>Owned by Infinity Supports WA Pty Ltd– Confidential &amp; Internal Use Only.</a:t>
            </a:r>
            <a:endParaRPr sz="1100" dirty="0">
              <a:solidFill>
                <a:srgbClr val="3F3F3F"/>
              </a:solidFill>
              <a:latin typeface="Meiryo"/>
              <a:ea typeface="Meiryo"/>
              <a:cs typeface="Meiryo"/>
              <a:sym typeface="Meiryo"/>
            </a:endParaRPr>
          </a:p>
          <a:p>
            <a:pPr marL="0" lvl="0" indent="0" algn="l" rtl="0">
              <a:spcBef>
                <a:spcPts val="0"/>
              </a:spcBef>
              <a:spcAft>
                <a:spcPts val="0"/>
              </a:spcAft>
              <a:buNone/>
            </a:pPr>
            <a:endParaRPr sz="1800" dirty="0">
              <a:solidFill>
                <a:srgbClr val="3F3F3F"/>
              </a:solidFill>
              <a:latin typeface="Meiryo"/>
              <a:ea typeface="Meiryo"/>
              <a:cs typeface="Meiryo"/>
              <a:sym typeface="Meiry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35"/>
          <p:cNvSpPr txBox="1">
            <a:spLocks noGrp="1"/>
          </p:cNvSpPr>
          <p:nvPr>
            <p:ph type="title"/>
          </p:nvPr>
        </p:nvSpPr>
        <p:spPr>
          <a:xfrm>
            <a:off x="6096000" y="2475644"/>
            <a:ext cx="2925921" cy="953356"/>
          </a:xfrm>
          <a:prstGeom prst="rect">
            <a:avLst/>
          </a:prstGeom>
          <a:noFill/>
          <a:ln>
            <a:noFill/>
          </a:ln>
        </p:spPr>
        <p:txBody>
          <a:bodyPr spcFirstLastPara="1" wrap="square" lIns="109725" tIns="109725" rIns="109725" bIns="91425" anchor="b" anchorCtr="0">
            <a:noAutofit/>
          </a:bodyPr>
          <a:lstStyle/>
          <a:p>
            <a:pPr marL="0" lvl="0" indent="0" algn="l" rtl="0">
              <a:lnSpc>
                <a:spcPct val="110000"/>
              </a:lnSpc>
              <a:spcBef>
                <a:spcPts val="0"/>
              </a:spcBef>
              <a:spcAft>
                <a:spcPts val="0"/>
              </a:spcAft>
              <a:buClr>
                <a:srgbClr val="3F3F3F"/>
              </a:buClr>
              <a:buSzPts val="4800"/>
              <a:buFont typeface="Meiryo"/>
              <a:buNone/>
            </a:pPr>
            <a:r>
              <a:rPr lang="en-GB" sz="2800" u="sng"/>
              <a:t>Thank You!</a:t>
            </a:r>
            <a:endParaRPr sz="2800" u="sng"/>
          </a:p>
        </p:txBody>
      </p:sp>
      <p:sp>
        <p:nvSpPr>
          <p:cNvPr id="459" name="Google Shape;459;p35"/>
          <p:cNvSpPr txBox="1">
            <a:spLocks noGrp="1"/>
          </p:cNvSpPr>
          <p:nvPr>
            <p:ph type="ftr" idx="11"/>
          </p:nvPr>
        </p:nvSpPr>
        <p:spPr>
          <a:xfrm>
            <a:off x="4654296" y="6400800"/>
            <a:ext cx="5713314" cy="457200"/>
          </a:xfrm>
          <a:prstGeom prst="rect">
            <a:avLst/>
          </a:prstGeom>
          <a:noFill/>
          <a:ln>
            <a:noFill/>
          </a:ln>
        </p:spPr>
        <p:txBody>
          <a:bodyPr spcFirstLastPara="1" wrap="square" lIns="109725" tIns="109725" rIns="109725" bIns="91425" anchor="ctr" anchorCtr="0">
            <a:noAutofit/>
          </a:bodyPr>
          <a:lstStyle/>
          <a:p>
            <a:pPr marL="0" lvl="0" indent="0" algn="l" rtl="0">
              <a:lnSpc>
                <a:spcPct val="100000"/>
              </a:lnSpc>
              <a:spcBef>
                <a:spcPts val="0"/>
              </a:spcBef>
              <a:spcAft>
                <a:spcPts val="0"/>
              </a:spcAft>
              <a:buSzPts val="1400"/>
              <a:buNone/>
            </a:pPr>
            <a:r>
              <a:rPr lang="en-GB">
                <a:solidFill>
                  <a:srgbClr val="FF0000"/>
                </a:solidFill>
              </a:rPr>
              <a:t>Owned by Infinity Supports WA Pty Ltd– Confidential &amp; Internal Use Only.</a:t>
            </a:r>
            <a:endParaRPr/>
          </a:p>
        </p:txBody>
      </p:sp>
      <p:pic>
        <p:nvPicPr>
          <p:cNvPr id="460" name="Google Shape;460;p35" descr="A group of people holding up letters&#10;&#10;Description automatically generated"/>
          <p:cNvPicPr preferRelativeResize="0"/>
          <p:nvPr/>
        </p:nvPicPr>
        <p:blipFill rotWithShape="1">
          <a:blip r:embed="rId3">
            <a:alphaModFix/>
          </a:blip>
          <a:srcRect/>
          <a:stretch/>
        </p:blipFill>
        <p:spPr>
          <a:xfrm>
            <a:off x="5434731" y="3402195"/>
            <a:ext cx="4152444" cy="2768295"/>
          </a:xfrm>
          <a:prstGeom prst="rect">
            <a:avLst/>
          </a:prstGeom>
          <a:noFill/>
          <a:ln>
            <a:noFill/>
          </a:ln>
        </p:spPr>
      </p:pic>
      <p:pic>
        <p:nvPicPr>
          <p:cNvPr id="3" name="Picture 2" descr="A logo with a red x&#10;&#10;AI-generated content may be incorrect.">
            <a:extLst>
              <a:ext uri="{FF2B5EF4-FFF2-40B4-BE49-F238E27FC236}">
                <a16:creationId xmlns:a16="http://schemas.microsoft.com/office/drawing/2014/main" id="{667A1250-C797-2A47-37FC-DBA4EF1C0103}"/>
              </a:ext>
            </a:extLst>
          </p:cNvPr>
          <p:cNvPicPr>
            <a:picLocks noChangeAspect="1"/>
          </p:cNvPicPr>
          <p:nvPr/>
        </p:nvPicPr>
        <p:blipFill>
          <a:blip r:embed="rId4"/>
          <a:stretch>
            <a:fillRect/>
          </a:stretch>
        </p:blipFill>
        <p:spPr>
          <a:xfrm>
            <a:off x="84804" y="68826"/>
            <a:ext cx="2717593" cy="1262984"/>
          </a:xfrm>
          <a:prstGeom prst="rect">
            <a:avLst/>
          </a:prstGeom>
        </p:spPr>
      </p:pic>
    </p:spTree>
  </p:cSld>
  <p:clrMapOvr>
    <a:masterClrMapping/>
  </p:clrMapOvr>
</p:sld>
</file>

<file path=ppt/theme/theme1.xml><?xml version="1.0" encoding="utf-8"?>
<a:theme xmlns:a="http://schemas.openxmlformats.org/drawingml/2006/main" name="SketchLinesVTI">
  <a:themeElements>
    <a:clrScheme name="AnalogousFromLightSeedLeftStep">
      <a:dk1>
        <a:srgbClr val="000000"/>
      </a:dk1>
      <a:lt1>
        <a:srgbClr val="FFFFFF"/>
      </a:lt1>
      <a:dk2>
        <a:srgbClr val="24393F"/>
      </a:dk2>
      <a:lt2>
        <a:srgbClr val="E8E8E2"/>
      </a:lt2>
      <a:accent1>
        <a:srgbClr val="8885D7"/>
      </a:accent1>
      <a:accent2>
        <a:srgbClr val="6A90CE"/>
      </a:accent2>
      <a:accent3>
        <a:srgbClr val="5AAEC3"/>
      </a:accent3>
      <a:accent4>
        <a:srgbClr val="5DB4A2"/>
      </a:accent4>
      <a:accent5>
        <a:srgbClr val="68B484"/>
      </a:accent5>
      <a:accent6>
        <a:srgbClr val="62B65E"/>
      </a:accent6>
      <a:hlink>
        <a:srgbClr val="84865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2754</Words>
  <Application>Microsoft Office PowerPoint</Application>
  <PresentationFormat>Widescreen</PresentationFormat>
  <Paragraphs>238</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Meiryo</vt:lpstr>
      <vt:lpstr>Arial</vt:lpstr>
      <vt:lpstr>Corbel</vt:lpstr>
      <vt:lpstr>Noto Sans Symbols</vt:lpstr>
      <vt:lpstr>Wingdings</vt:lpstr>
      <vt:lpstr>SketchLinesVTI</vt:lpstr>
      <vt:lpstr>Orientation</vt:lpstr>
      <vt:lpstr>HR &amp; Compliance </vt:lpstr>
      <vt:lpstr>Leave</vt:lpstr>
      <vt:lpstr>Workplace Etiquette</vt:lpstr>
      <vt:lpstr>PowerPoint Presentation</vt:lpstr>
      <vt:lpstr>Internal Communication</vt:lpstr>
      <vt:lpstr>Other Expectations</vt:lpstr>
      <vt:lpstr>Audit</vt:lpstr>
      <vt:lpstr>Key Points for Audit</vt:lpstr>
      <vt:lpstr>PowerPoint Presentation</vt:lpstr>
      <vt:lpstr>PowerPoint Presentation</vt:lpstr>
      <vt:lpstr>Incident reports </vt:lpstr>
      <vt:lpstr>Incident Reports Cont’d</vt:lpstr>
      <vt:lpstr>Incident reports continued</vt:lpstr>
      <vt:lpstr>Serious Incidents</vt:lpstr>
      <vt:lpstr>Behaviour support And Restrictive Practices </vt:lpstr>
      <vt:lpstr>Behaviour support And Restrictive Practices</vt:lpstr>
      <vt:lpstr>Risk Assessments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Anand Sekar</cp:lastModifiedBy>
  <cp:revision>3</cp:revision>
  <dcterms:modified xsi:type="dcterms:W3CDTF">2025-08-15T03:35:51Z</dcterms:modified>
</cp:coreProperties>
</file>